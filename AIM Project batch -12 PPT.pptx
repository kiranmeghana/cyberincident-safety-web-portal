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161794" y="1843192"/>
            <a:ext cx="3285490" cy="4773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433" y="632205"/>
            <a:ext cx="5330875" cy="1110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1B1B27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3002025"/>
            <a:ext cx="10409555" cy="704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25"/>
              <a:t>AI-</a:t>
            </a:r>
            <a:r>
              <a:rPr dirty="0" sz="4450"/>
              <a:t>Enabled</a:t>
            </a:r>
            <a:r>
              <a:rPr dirty="0" sz="4450" spc="-114"/>
              <a:t> </a:t>
            </a:r>
            <a:r>
              <a:rPr dirty="0" sz="4450"/>
              <a:t>Cyber</a:t>
            </a:r>
            <a:r>
              <a:rPr dirty="0" sz="4450" spc="-90"/>
              <a:t> </a:t>
            </a:r>
            <a:r>
              <a:rPr dirty="0" sz="4450"/>
              <a:t>Incident</a:t>
            </a:r>
            <a:r>
              <a:rPr dirty="0" sz="4450" spc="-85"/>
              <a:t> </a:t>
            </a:r>
            <a:r>
              <a:rPr dirty="0" sz="4450"/>
              <a:t>Safety</a:t>
            </a:r>
            <a:r>
              <a:rPr dirty="0" sz="4450" spc="-150"/>
              <a:t> </a:t>
            </a:r>
            <a:r>
              <a:rPr dirty="0" sz="4450" spc="-45"/>
              <a:t>Web</a:t>
            </a:r>
            <a:r>
              <a:rPr dirty="0" sz="4450" spc="-75"/>
              <a:t> </a:t>
            </a:r>
            <a:r>
              <a:rPr dirty="0" sz="4450" spc="-10"/>
              <a:t>Portal</a:t>
            </a:r>
            <a:endParaRPr sz="445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4034714"/>
            <a:ext cx="1208341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</a:t>
            </a:r>
            <a:r>
              <a:rPr dirty="0" sz="1750" spc="-1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smart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web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platform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report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manage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using</a:t>
            </a:r>
            <a:r>
              <a:rPr dirty="0" sz="1750" spc="-114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Artificial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Intelligence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analyzing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classifying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complaints.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Developed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using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modern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web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technologies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machine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learning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help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organizations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respond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quickly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threats.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92122" y="5578220"/>
            <a:ext cx="313245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AIM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-</a:t>
            </a:r>
            <a:r>
              <a:rPr dirty="0" sz="1800" spc="-25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Guide: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K.Sireesha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B.Kiran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Meghana-22BQ1A6105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Sk.Sheema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Sadat-22BQ1A6144</a:t>
            </a:r>
            <a:endParaRPr sz="1800">
              <a:latin typeface="Calibri"/>
              <a:cs typeface="Calibri"/>
            </a:endParaRPr>
          </a:p>
          <a:p>
            <a:pPr marL="236854" indent="-224154">
              <a:lnSpc>
                <a:spcPct val="100000"/>
              </a:lnSpc>
              <a:buAutoNum type="arabicPeriod"/>
              <a:tabLst>
                <a:tab pos="236854" algn="l"/>
              </a:tabLst>
            </a:pPr>
            <a:r>
              <a:rPr dirty="0" sz="1800" spc="-20">
                <a:latin typeface="Calibri"/>
                <a:cs typeface="Calibri"/>
              </a:rPr>
              <a:t>D.Anand-</a:t>
            </a:r>
            <a:r>
              <a:rPr dirty="0" sz="1800" spc="-10">
                <a:latin typeface="Calibri"/>
                <a:cs typeface="Calibri"/>
              </a:rPr>
              <a:t>22BQ1A6114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buAutoNum type="arabicPeriod"/>
              <a:tabLst>
                <a:tab pos="237490" algn="l"/>
              </a:tabLst>
            </a:pPr>
            <a:r>
              <a:rPr dirty="0" sz="1800" spc="-10">
                <a:latin typeface="Calibri"/>
                <a:cs typeface="Calibri"/>
              </a:rPr>
              <a:t>K.Akash-22BQ1A6119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2098" y="408559"/>
            <a:ext cx="187769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10"/>
              <a:t>Introduction</a:t>
            </a:r>
            <a:endParaRPr sz="29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1314" y="1303809"/>
            <a:ext cx="6476999" cy="628797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23933" y="3054476"/>
            <a:ext cx="3449320" cy="1216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1B1B27"/>
                </a:solidFill>
                <a:latin typeface="Times New Roman"/>
                <a:cs typeface="Times New Roman"/>
              </a:rPr>
              <a:t>The</a:t>
            </a:r>
            <a:r>
              <a:rPr dirty="0" sz="1750" spc="-10">
                <a:solidFill>
                  <a:srgbClr val="1B1B27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1B1B27"/>
                </a:solidFill>
                <a:latin typeface="Times New Roman"/>
                <a:cs typeface="Times New Roman"/>
              </a:rPr>
              <a:t>Digital</a:t>
            </a:r>
            <a:r>
              <a:rPr dirty="0" sz="1750" spc="-30">
                <a:solidFill>
                  <a:srgbClr val="1B1B27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1B1B27"/>
                </a:solidFill>
                <a:latin typeface="Times New Roman"/>
                <a:cs typeface="Times New Roman"/>
              </a:rPr>
              <a:t>Security</a:t>
            </a:r>
            <a:r>
              <a:rPr dirty="0" sz="1750" spc="-30">
                <a:solidFill>
                  <a:srgbClr val="1B1B27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1B1B27"/>
                </a:solidFill>
                <a:latin typeface="Times New Roman"/>
                <a:cs typeface="Times New Roman"/>
              </a:rPr>
              <a:t>Challenge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15999"/>
              </a:lnSpc>
              <a:spcBef>
                <a:spcPts val="865"/>
              </a:spcBef>
            </a:pP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crimes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are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increasing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rapidly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in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our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interconnected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digital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world.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Many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go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unreported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due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lack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of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accessible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systems,</a:t>
            </a:r>
            <a:r>
              <a:rPr dirty="0" sz="11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while</a:t>
            </a:r>
            <a:r>
              <a:rPr dirty="0" sz="11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manual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of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complaints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consumes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valuable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resources.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23933" y="4741214"/>
            <a:ext cx="3401060" cy="838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This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project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addresses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these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challenges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by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providing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404154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web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portal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that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leverages</a:t>
            </a:r>
            <a:r>
              <a:rPr dirty="0" sz="11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automatically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analyze</a:t>
            </a:r>
            <a:r>
              <a:rPr dirty="0" sz="1150" spc="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and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categorize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incidents,</a:t>
            </a:r>
            <a:r>
              <a:rPr dirty="0" sz="11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enabling</a:t>
            </a:r>
            <a:r>
              <a:rPr dirty="0" sz="1150" spc="-6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organizations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respond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quickly</a:t>
            </a:r>
            <a:r>
              <a:rPr dirty="0" sz="11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efficiently</a:t>
            </a:r>
            <a:r>
              <a:rPr dirty="0" sz="11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threats.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5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50"/>
              <a:t>Problem</a:t>
            </a:r>
            <a:r>
              <a:rPr dirty="0" sz="4250" spc="-5"/>
              <a:t> </a:t>
            </a:r>
            <a:r>
              <a:rPr dirty="0" sz="4250" spc="-10"/>
              <a:t>Statement</a:t>
            </a:r>
            <a:endParaRPr sz="4250"/>
          </a:p>
        </p:txBody>
      </p:sp>
      <p:grpSp>
        <p:nvGrpSpPr>
          <p:cNvPr id="3" name="object 3" descr=""/>
          <p:cNvGrpSpPr/>
          <p:nvPr/>
        </p:nvGrpSpPr>
        <p:grpSpPr>
          <a:xfrm>
            <a:off x="760476" y="1917192"/>
            <a:ext cx="6454140" cy="2819400"/>
            <a:chOff x="760476" y="1917192"/>
            <a:chExt cx="6454140" cy="2819400"/>
          </a:xfrm>
        </p:grpSpPr>
        <p:sp>
          <p:nvSpPr>
            <p:cNvPr id="4" name="object 4" descr=""/>
            <p:cNvSpPr/>
            <p:nvPr/>
          </p:nvSpPr>
          <p:spPr>
            <a:xfrm>
              <a:off x="764286" y="1921002"/>
              <a:ext cx="6446520" cy="2811780"/>
            </a:xfrm>
            <a:custGeom>
              <a:avLst/>
              <a:gdLst/>
              <a:ahLst/>
              <a:cxnLst/>
              <a:rect l="l" t="t" r="r" b="b"/>
              <a:pathLst>
                <a:path w="6446520" h="2811779">
                  <a:moveTo>
                    <a:pt x="6354825" y="0"/>
                  </a:moveTo>
                  <a:lnTo>
                    <a:pt x="91694" y="0"/>
                  </a:lnTo>
                  <a:lnTo>
                    <a:pt x="55999" y="7201"/>
                  </a:lnTo>
                  <a:lnTo>
                    <a:pt x="26854" y="26844"/>
                  </a:lnTo>
                  <a:lnTo>
                    <a:pt x="7204" y="55989"/>
                  </a:lnTo>
                  <a:lnTo>
                    <a:pt x="0" y="91694"/>
                  </a:lnTo>
                  <a:lnTo>
                    <a:pt x="0" y="2720086"/>
                  </a:lnTo>
                  <a:lnTo>
                    <a:pt x="7204" y="2755790"/>
                  </a:lnTo>
                  <a:lnTo>
                    <a:pt x="26854" y="2784935"/>
                  </a:lnTo>
                  <a:lnTo>
                    <a:pt x="55999" y="2804578"/>
                  </a:lnTo>
                  <a:lnTo>
                    <a:pt x="91694" y="2811780"/>
                  </a:lnTo>
                  <a:lnTo>
                    <a:pt x="6354825" y="2811780"/>
                  </a:lnTo>
                  <a:lnTo>
                    <a:pt x="6390530" y="2804578"/>
                  </a:lnTo>
                  <a:lnTo>
                    <a:pt x="6419675" y="2784935"/>
                  </a:lnTo>
                  <a:lnTo>
                    <a:pt x="6439318" y="2755790"/>
                  </a:lnTo>
                  <a:lnTo>
                    <a:pt x="6446520" y="2720086"/>
                  </a:lnTo>
                  <a:lnTo>
                    <a:pt x="6446520" y="91694"/>
                  </a:lnTo>
                  <a:lnTo>
                    <a:pt x="6439318" y="55989"/>
                  </a:lnTo>
                  <a:lnTo>
                    <a:pt x="6419675" y="26844"/>
                  </a:lnTo>
                  <a:lnTo>
                    <a:pt x="6390530" y="7201"/>
                  </a:lnTo>
                  <a:lnTo>
                    <a:pt x="635482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4286" y="1921002"/>
              <a:ext cx="6446520" cy="2811780"/>
            </a:xfrm>
            <a:custGeom>
              <a:avLst/>
              <a:gdLst/>
              <a:ahLst/>
              <a:cxnLst/>
              <a:rect l="l" t="t" r="r" b="b"/>
              <a:pathLst>
                <a:path w="6446520" h="2811779">
                  <a:moveTo>
                    <a:pt x="0" y="91694"/>
                  </a:moveTo>
                  <a:lnTo>
                    <a:pt x="7204" y="55989"/>
                  </a:lnTo>
                  <a:lnTo>
                    <a:pt x="26854" y="26844"/>
                  </a:lnTo>
                  <a:lnTo>
                    <a:pt x="55999" y="7201"/>
                  </a:lnTo>
                  <a:lnTo>
                    <a:pt x="91694" y="0"/>
                  </a:lnTo>
                  <a:lnTo>
                    <a:pt x="6354825" y="0"/>
                  </a:lnTo>
                  <a:lnTo>
                    <a:pt x="6390530" y="7201"/>
                  </a:lnTo>
                  <a:lnTo>
                    <a:pt x="6419675" y="26844"/>
                  </a:lnTo>
                  <a:lnTo>
                    <a:pt x="6439318" y="55989"/>
                  </a:lnTo>
                  <a:lnTo>
                    <a:pt x="6446520" y="91694"/>
                  </a:lnTo>
                  <a:lnTo>
                    <a:pt x="6446520" y="2720086"/>
                  </a:lnTo>
                  <a:lnTo>
                    <a:pt x="6439318" y="2755790"/>
                  </a:lnTo>
                  <a:lnTo>
                    <a:pt x="6419675" y="2784935"/>
                  </a:lnTo>
                  <a:lnTo>
                    <a:pt x="6390530" y="2804578"/>
                  </a:lnTo>
                  <a:lnTo>
                    <a:pt x="6354825" y="2811780"/>
                  </a:lnTo>
                  <a:lnTo>
                    <a:pt x="91694" y="2811780"/>
                  </a:lnTo>
                  <a:lnTo>
                    <a:pt x="55999" y="2804578"/>
                  </a:lnTo>
                  <a:lnTo>
                    <a:pt x="26854" y="2784935"/>
                  </a:lnTo>
                  <a:lnTo>
                    <a:pt x="7204" y="2755790"/>
                  </a:lnTo>
                  <a:lnTo>
                    <a:pt x="0" y="2720086"/>
                  </a:lnTo>
                  <a:lnTo>
                    <a:pt x="0" y="91694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77290" y="3126506"/>
            <a:ext cx="5989320" cy="100901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365"/>
              </a:spcBef>
            </a:pPr>
            <a:r>
              <a:rPr dirty="0" sz="2100">
                <a:solidFill>
                  <a:srgbClr val="404154"/>
                </a:solidFill>
                <a:latin typeface="Times New Roman"/>
                <a:cs typeface="Times New Roman"/>
              </a:rPr>
              <a:t>Unclear</a:t>
            </a:r>
            <a:r>
              <a:rPr dirty="0" sz="2100" spc="-6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2100" spc="-7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154"/>
                </a:solidFill>
                <a:latin typeface="Times New Roman"/>
                <a:cs typeface="Times New Roman"/>
              </a:rPr>
              <a:t>Channels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Many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people</a:t>
            </a:r>
            <a:r>
              <a:rPr dirty="0" sz="17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do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not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know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where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0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report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incidents,</a:t>
            </a:r>
            <a:r>
              <a:rPr dirty="0" sz="170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leading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unreported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attacks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lost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evidence.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17307" y="1917192"/>
            <a:ext cx="6454140" cy="2819400"/>
            <a:chOff x="7417307" y="1917192"/>
            <a:chExt cx="6454140" cy="2819400"/>
          </a:xfrm>
        </p:grpSpPr>
        <p:sp>
          <p:nvSpPr>
            <p:cNvPr id="8" name="object 8" descr=""/>
            <p:cNvSpPr/>
            <p:nvPr/>
          </p:nvSpPr>
          <p:spPr>
            <a:xfrm>
              <a:off x="7421117" y="1921002"/>
              <a:ext cx="6446520" cy="2811780"/>
            </a:xfrm>
            <a:custGeom>
              <a:avLst/>
              <a:gdLst/>
              <a:ahLst/>
              <a:cxnLst/>
              <a:rect l="l" t="t" r="r" b="b"/>
              <a:pathLst>
                <a:path w="6446519" h="2811779">
                  <a:moveTo>
                    <a:pt x="6354826" y="0"/>
                  </a:moveTo>
                  <a:lnTo>
                    <a:pt x="91693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4"/>
                  </a:lnTo>
                  <a:lnTo>
                    <a:pt x="0" y="2720086"/>
                  </a:lnTo>
                  <a:lnTo>
                    <a:pt x="7201" y="2755790"/>
                  </a:lnTo>
                  <a:lnTo>
                    <a:pt x="26844" y="2784935"/>
                  </a:lnTo>
                  <a:lnTo>
                    <a:pt x="55989" y="2804578"/>
                  </a:lnTo>
                  <a:lnTo>
                    <a:pt x="91693" y="2811780"/>
                  </a:lnTo>
                  <a:lnTo>
                    <a:pt x="6354826" y="2811780"/>
                  </a:lnTo>
                  <a:lnTo>
                    <a:pt x="6390530" y="2804578"/>
                  </a:lnTo>
                  <a:lnTo>
                    <a:pt x="6419675" y="2784935"/>
                  </a:lnTo>
                  <a:lnTo>
                    <a:pt x="6439318" y="2755790"/>
                  </a:lnTo>
                  <a:lnTo>
                    <a:pt x="6446520" y="2720086"/>
                  </a:lnTo>
                  <a:lnTo>
                    <a:pt x="6446520" y="91694"/>
                  </a:lnTo>
                  <a:lnTo>
                    <a:pt x="6439318" y="55989"/>
                  </a:lnTo>
                  <a:lnTo>
                    <a:pt x="6419675" y="26844"/>
                  </a:lnTo>
                  <a:lnTo>
                    <a:pt x="6390530" y="7201"/>
                  </a:lnTo>
                  <a:lnTo>
                    <a:pt x="635482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21117" y="1921002"/>
              <a:ext cx="6446520" cy="2811780"/>
            </a:xfrm>
            <a:custGeom>
              <a:avLst/>
              <a:gdLst/>
              <a:ahLst/>
              <a:cxnLst/>
              <a:rect l="l" t="t" r="r" b="b"/>
              <a:pathLst>
                <a:path w="6446519" h="2811779">
                  <a:moveTo>
                    <a:pt x="0" y="91694"/>
                  </a:moveTo>
                  <a:lnTo>
                    <a:pt x="7201" y="55989"/>
                  </a:lnTo>
                  <a:lnTo>
                    <a:pt x="26844" y="26844"/>
                  </a:lnTo>
                  <a:lnTo>
                    <a:pt x="55989" y="7201"/>
                  </a:lnTo>
                  <a:lnTo>
                    <a:pt x="91693" y="0"/>
                  </a:lnTo>
                  <a:lnTo>
                    <a:pt x="6354826" y="0"/>
                  </a:lnTo>
                  <a:lnTo>
                    <a:pt x="6390530" y="7201"/>
                  </a:lnTo>
                  <a:lnTo>
                    <a:pt x="6419675" y="26844"/>
                  </a:lnTo>
                  <a:lnTo>
                    <a:pt x="6439318" y="55989"/>
                  </a:lnTo>
                  <a:lnTo>
                    <a:pt x="6446520" y="91694"/>
                  </a:lnTo>
                  <a:lnTo>
                    <a:pt x="6446520" y="2720086"/>
                  </a:lnTo>
                  <a:lnTo>
                    <a:pt x="6439318" y="2755790"/>
                  </a:lnTo>
                  <a:lnTo>
                    <a:pt x="6419675" y="2784935"/>
                  </a:lnTo>
                  <a:lnTo>
                    <a:pt x="6390530" y="2804578"/>
                  </a:lnTo>
                  <a:lnTo>
                    <a:pt x="6354826" y="2811780"/>
                  </a:lnTo>
                  <a:lnTo>
                    <a:pt x="91693" y="2811780"/>
                  </a:lnTo>
                  <a:lnTo>
                    <a:pt x="55989" y="2804578"/>
                  </a:lnTo>
                  <a:lnTo>
                    <a:pt x="26844" y="2784935"/>
                  </a:lnTo>
                  <a:lnTo>
                    <a:pt x="7201" y="2755790"/>
                  </a:lnTo>
                  <a:lnTo>
                    <a:pt x="0" y="2720086"/>
                  </a:lnTo>
                  <a:lnTo>
                    <a:pt x="0" y="91694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34096" y="2989834"/>
            <a:ext cx="5061585" cy="114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404154"/>
                </a:solidFill>
                <a:latin typeface="Times New Roman"/>
                <a:cs typeface="Times New Roman"/>
              </a:rPr>
              <a:t>Manual</a:t>
            </a:r>
            <a:r>
              <a:rPr dirty="0" sz="210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154"/>
                </a:solidFill>
                <a:latin typeface="Times New Roman"/>
                <a:cs typeface="Times New Roman"/>
              </a:rPr>
              <a:t>Processing</a:t>
            </a:r>
            <a:endParaRPr sz="2100">
              <a:latin typeface="Times New Roman"/>
              <a:cs typeface="Times New Roman"/>
            </a:endParaRPr>
          </a:p>
          <a:p>
            <a:pPr marL="12700" marR="5080">
              <a:lnSpc>
                <a:spcPct val="132400"/>
              </a:lnSpc>
              <a:spcBef>
                <a:spcPts val="900"/>
              </a:spcBef>
            </a:pP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Traditional</a:t>
            </a:r>
            <a:r>
              <a:rPr dirty="0" sz="17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systems</a:t>
            </a:r>
            <a:r>
              <a:rPr dirty="0" sz="17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process</a:t>
            </a:r>
            <a:r>
              <a:rPr dirty="0" sz="170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complaints</a:t>
            </a:r>
            <a:r>
              <a:rPr dirty="0" sz="170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manually,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creating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bottlenecks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slowing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r>
              <a:rPr dirty="0" sz="170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times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significantly.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60476" y="4939284"/>
            <a:ext cx="6454140" cy="2478405"/>
            <a:chOff x="760476" y="4939284"/>
            <a:chExt cx="6454140" cy="2478405"/>
          </a:xfrm>
        </p:grpSpPr>
        <p:sp>
          <p:nvSpPr>
            <p:cNvPr id="12" name="object 12" descr=""/>
            <p:cNvSpPr/>
            <p:nvPr/>
          </p:nvSpPr>
          <p:spPr>
            <a:xfrm>
              <a:off x="764286" y="4943094"/>
              <a:ext cx="6446520" cy="2470785"/>
            </a:xfrm>
            <a:custGeom>
              <a:avLst/>
              <a:gdLst/>
              <a:ahLst/>
              <a:cxnLst/>
              <a:rect l="l" t="t" r="r" b="b"/>
              <a:pathLst>
                <a:path w="6446520" h="2470784">
                  <a:moveTo>
                    <a:pt x="6354825" y="0"/>
                  </a:moveTo>
                  <a:lnTo>
                    <a:pt x="91732" y="0"/>
                  </a:lnTo>
                  <a:lnTo>
                    <a:pt x="56026" y="7201"/>
                  </a:lnTo>
                  <a:lnTo>
                    <a:pt x="26868" y="26844"/>
                  </a:lnTo>
                  <a:lnTo>
                    <a:pt x="7209" y="55989"/>
                  </a:lnTo>
                  <a:lnTo>
                    <a:pt x="0" y="91693"/>
                  </a:lnTo>
                  <a:lnTo>
                    <a:pt x="0" y="2378671"/>
                  </a:lnTo>
                  <a:lnTo>
                    <a:pt x="7209" y="2414377"/>
                  </a:lnTo>
                  <a:lnTo>
                    <a:pt x="26868" y="2443535"/>
                  </a:lnTo>
                  <a:lnTo>
                    <a:pt x="56026" y="2463194"/>
                  </a:lnTo>
                  <a:lnTo>
                    <a:pt x="91732" y="2470404"/>
                  </a:lnTo>
                  <a:lnTo>
                    <a:pt x="6354825" y="2470404"/>
                  </a:lnTo>
                  <a:lnTo>
                    <a:pt x="6390530" y="2463194"/>
                  </a:lnTo>
                  <a:lnTo>
                    <a:pt x="6419675" y="2443535"/>
                  </a:lnTo>
                  <a:lnTo>
                    <a:pt x="6439318" y="2414377"/>
                  </a:lnTo>
                  <a:lnTo>
                    <a:pt x="6446520" y="2378671"/>
                  </a:lnTo>
                  <a:lnTo>
                    <a:pt x="6446520" y="91693"/>
                  </a:lnTo>
                  <a:lnTo>
                    <a:pt x="6439318" y="55989"/>
                  </a:lnTo>
                  <a:lnTo>
                    <a:pt x="6419675" y="26844"/>
                  </a:lnTo>
                  <a:lnTo>
                    <a:pt x="6390530" y="7201"/>
                  </a:lnTo>
                  <a:lnTo>
                    <a:pt x="635482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286" y="4943094"/>
              <a:ext cx="6446520" cy="2470785"/>
            </a:xfrm>
            <a:custGeom>
              <a:avLst/>
              <a:gdLst/>
              <a:ahLst/>
              <a:cxnLst/>
              <a:rect l="l" t="t" r="r" b="b"/>
              <a:pathLst>
                <a:path w="6446520" h="2470784">
                  <a:moveTo>
                    <a:pt x="0" y="91693"/>
                  </a:moveTo>
                  <a:lnTo>
                    <a:pt x="7209" y="55989"/>
                  </a:lnTo>
                  <a:lnTo>
                    <a:pt x="26868" y="26844"/>
                  </a:lnTo>
                  <a:lnTo>
                    <a:pt x="56026" y="7201"/>
                  </a:lnTo>
                  <a:lnTo>
                    <a:pt x="91732" y="0"/>
                  </a:lnTo>
                  <a:lnTo>
                    <a:pt x="6354825" y="0"/>
                  </a:lnTo>
                  <a:lnTo>
                    <a:pt x="6390530" y="7201"/>
                  </a:lnTo>
                  <a:lnTo>
                    <a:pt x="6419675" y="26844"/>
                  </a:lnTo>
                  <a:lnTo>
                    <a:pt x="6439318" y="55989"/>
                  </a:lnTo>
                  <a:lnTo>
                    <a:pt x="6446520" y="91693"/>
                  </a:lnTo>
                  <a:lnTo>
                    <a:pt x="6446520" y="2378671"/>
                  </a:lnTo>
                  <a:lnTo>
                    <a:pt x="6439318" y="2414377"/>
                  </a:lnTo>
                  <a:lnTo>
                    <a:pt x="6419675" y="2443535"/>
                  </a:lnTo>
                  <a:lnTo>
                    <a:pt x="6390530" y="2463194"/>
                  </a:lnTo>
                  <a:lnTo>
                    <a:pt x="6354825" y="2470404"/>
                  </a:lnTo>
                  <a:lnTo>
                    <a:pt x="91732" y="2470404"/>
                  </a:lnTo>
                  <a:lnTo>
                    <a:pt x="56026" y="2463194"/>
                  </a:lnTo>
                  <a:lnTo>
                    <a:pt x="26868" y="2443535"/>
                  </a:lnTo>
                  <a:lnTo>
                    <a:pt x="7209" y="2414377"/>
                  </a:lnTo>
                  <a:lnTo>
                    <a:pt x="0" y="2378671"/>
                  </a:lnTo>
                  <a:lnTo>
                    <a:pt x="0" y="91693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77290" y="6012942"/>
            <a:ext cx="5281930" cy="114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404154"/>
                </a:solidFill>
                <a:latin typeface="Times New Roman"/>
                <a:cs typeface="Times New Roman"/>
              </a:rPr>
              <a:t>Delayed</a:t>
            </a:r>
            <a:r>
              <a:rPr dirty="0" sz="2100" spc="-114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Delays</a:t>
            </a:r>
            <a:r>
              <a:rPr dirty="0" sz="170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in</a:t>
            </a:r>
            <a:r>
              <a:rPr dirty="0" sz="170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analyzing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reduce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r>
              <a:rPr dirty="0" sz="170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efficiency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increase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potential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damage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from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threats.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17307" y="4939284"/>
            <a:ext cx="6454140" cy="2478405"/>
            <a:chOff x="7417307" y="4939284"/>
            <a:chExt cx="6454140" cy="2478405"/>
          </a:xfrm>
        </p:grpSpPr>
        <p:sp>
          <p:nvSpPr>
            <p:cNvPr id="16" name="object 16" descr=""/>
            <p:cNvSpPr/>
            <p:nvPr/>
          </p:nvSpPr>
          <p:spPr>
            <a:xfrm>
              <a:off x="7421117" y="4943094"/>
              <a:ext cx="6446520" cy="2470785"/>
            </a:xfrm>
            <a:custGeom>
              <a:avLst/>
              <a:gdLst/>
              <a:ahLst/>
              <a:cxnLst/>
              <a:rect l="l" t="t" r="r" b="b"/>
              <a:pathLst>
                <a:path w="6446519" h="2470784">
                  <a:moveTo>
                    <a:pt x="6354826" y="0"/>
                  </a:moveTo>
                  <a:lnTo>
                    <a:pt x="91693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3"/>
                  </a:lnTo>
                  <a:lnTo>
                    <a:pt x="0" y="2378671"/>
                  </a:lnTo>
                  <a:lnTo>
                    <a:pt x="7201" y="2414377"/>
                  </a:lnTo>
                  <a:lnTo>
                    <a:pt x="26844" y="2443535"/>
                  </a:lnTo>
                  <a:lnTo>
                    <a:pt x="55989" y="2463194"/>
                  </a:lnTo>
                  <a:lnTo>
                    <a:pt x="91693" y="2470404"/>
                  </a:lnTo>
                  <a:lnTo>
                    <a:pt x="6354826" y="2470404"/>
                  </a:lnTo>
                  <a:lnTo>
                    <a:pt x="6390530" y="2463194"/>
                  </a:lnTo>
                  <a:lnTo>
                    <a:pt x="6419675" y="2443535"/>
                  </a:lnTo>
                  <a:lnTo>
                    <a:pt x="6439318" y="2414377"/>
                  </a:lnTo>
                  <a:lnTo>
                    <a:pt x="6446520" y="2378671"/>
                  </a:lnTo>
                  <a:lnTo>
                    <a:pt x="6446520" y="91693"/>
                  </a:lnTo>
                  <a:lnTo>
                    <a:pt x="6439318" y="55989"/>
                  </a:lnTo>
                  <a:lnTo>
                    <a:pt x="6419675" y="26844"/>
                  </a:lnTo>
                  <a:lnTo>
                    <a:pt x="6390530" y="7201"/>
                  </a:lnTo>
                  <a:lnTo>
                    <a:pt x="635482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21117" y="4943094"/>
              <a:ext cx="6446520" cy="2470785"/>
            </a:xfrm>
            <a:custGeom>
              <a:avLst/>
              <a:gdLst/>
              <a:ahLst/>
              <a:cxnLst/>
              <a:rect l="l" t="t" r="r" b="b"/>
              <a:pathLst>
                <a:path w="6446519" h="2470784">
                  <a:moveTo>
                    <a:pt x="0" y="91693"/>
                  </a:moveTo>
                  <a:lnTo>
                    <a:pt x="7201" y="55989"/>
                  </a:lnTo>
                  <a:lnTo>
                    <a:pt x="26844" y="26844"/>
                  </a:lnTo>
                  <a:lnTo>
                    <a:pt x="55989" y="7201"/>
                  </a:lnTo>
                  <a:lnTo>
                    <a:pt x="91693" y="0"/>
                  </a:lnTo>
                  <a:lnTo>
                    <a:pt x="6354826" y="0"/>
                  </a:lnTo>
                  <a:lnTo>
                    <a:pt x="6390530" y="7201"/>
                  </a:lnTo>
                  <a:lnTo>
                    <a:pt x="6419675" y="26844"/>
                  </a:lnTo>
                  <a:lnTo>
                    <a:pt x="6439318" y="55989"/>
                  </a:lnTo>
                  <a:lnTo>
                    <a:pt x="6446520" y="91693"/>
                  </a:lnTo>
                  <a:lnTo>
                    <a:pt x="6446520" y="2378671"/>
                  </a:lnTo>
                  <a:lnTo>
                    <a:pt x="6439318" y="2414377"/>
                  </a:lnTo>
                  <a:lnTo>
                    <a:pt x="6419675" y="2443535"/>
                  </a:lnTo>
                  <a:lnTo>
                    <a:pt x="6390530" y="2463194"/>
                  </a:lnTo>
                  <a:lnTo>
                    <a:pt x="6354826" y="2470404"/>
                  </a:lnTo>
                  <a:lnTo>
                    <a:pt x="91693" y="2470404"/>
                  </a:lnTo>
                  <a:lnTo>
                    <a:pt x="55989" y="2463194"/>
                  </a:lnTo>
                  <a:lnTo>
                    <a:pt x="26844" y="2443535"/>
                  </a:lnTo>
                  <a:lnTo>
                    <a:pt x="7201" y="2414377"/>
                  </a:lnTo>
                  <a:lnTo>
                    <a:pt x="0" y="2378671"/>
                  </a:lnTo>
                  <a:lnTo>
                    <a:pt x="0" y="91693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634096" y="6012942"/>
            <a:ext cx="5639435" cy="114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404154"/>
                </a:solidFill>
                <a:latin typeface="Times New Roman"/>
                <a:cs typeface="Times New Roman"/>
              </a:rPr>
              <a:t>No</a:t>
            </a:r>
            <a:r>
              <a:rPr dirty="0" sz="2100" spc="-10">
                <a:solidFill>
                  <a:srgbClr val="404154"/>
                </a:solidFill>
                <a:latin typeface="Times New Roman"/>
                <a:cs typeface="Times New Roman"/>
              </a:rPr>
              <a:t> Centralization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Lack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centralized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management</a:t>
            </a:r>
            <a:r>
              <a:rPr dirty="0" sz="17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systems</a:t>
            </a:r>
            <a:r>
              <a:rPr dirty="0" sz="170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makes</a:t>
            </a:r>
            <a:r>
              <a:rPr dirty="0" sz="17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404154"/>
                </a:solidFill>
                <a:latin typeface="Times New Roman"/>
                <a:cs typeface="Times New Roman"/>
              </a:rPr>
              <a:t>it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difficult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track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0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analyze</a:t>
            </a:r>
            <a:r>
              <a:rPr dirty="0" sz="170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404154"/>
                </a:solidFill>
                <a:latin typeface="Times New Roman"/>
                <a:cs typeface="Times New Roman"/>
              </a:rPr>
              <a:t>attack</a:t>
            </a:r>
            <a:r>
              <a:rPr dirty="0" sz="17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Times New Roman"/>
                <a:cs typeface="Times New Roman"/>
              </a:rPr>
              <a:t>patterns.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517142"/>
            <a:ext cx="2540000" cy="704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10"/>
              <a:t>Motivation</a:t>
            </a:r>
            <a:endParaRPr sz="4450"/>
          </a:p>
        </p:txBody>
      </p:sp>
      <p:sp>
        <p:nvSpPr>
          <p:cNvPr id="3" name="object 3" descr=""/>
          <p:cNvSpPr/>
          <p:nvPr/>
        </p:nvSpPr>
        <p:spPr>
          <a:xfrm>
            <a:off x="794004" y="2965704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80">
                <a:moveTo>
                  <a:pt x="6408420" y="0"/>
                </a:moveTo>
                <a:lnTo>
                  <a:pt x="0" y="0"/>
                </a:lnTo>
                <a:lnTo>
                  <a:pt x="0" y="30479"/>
                </a:lnTo>
                <a:lnTo>
                  <a:pt x="6408420" y="30479"/>
                </a:lnTo>
                <a:lnTo>
                  <a:pt x="6408420" y="0"/>
                </a:lnTo>
                <a:close/>
              </a:path>
            </a:pathLst>
          </a:custGeom>
          <a:solidFill>
            <a:srgbClr val="4867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416800" y="2651505"/>
            <a:ext cx="24828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02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427976" y="2965704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80">
                <a:moveTo>
                  <a:pt x="6408420" y="0"/>
                </a:moveTo>
                <a:lnTo>
                  <a:pt x="0" y="0"/>
                </a:lnTo>
                <a:lnTo>
                  <a:pt x="0" y="30479"/>
                </a:lnTo>
                <a:lnTo>
                  <a:pt x="6408420" y="30479"/>
                </a:lnTo>
                <a:lnTo>
                  <a:pt x="6408420" y="0"/>
                </a:lnTo>
                <a:close/>
              </a:path>
            </a:pathLst>
          </a:custGeom>
          <a:solidFill>
            <a:srgbClr val="4867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416800" y="3115436"/>
            <a:ext cx="5867400" cy="1217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Need</a:t>
            </a:r>
            <a:r>
              <a:rPr dirty="0" sz="22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22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404154"/>
                </a:solidFill>
                <a:latin typeface="Times New Roman"/>
                <a:cs typeface="Times New Roman"/>
              </a:rPr>
              <a:t>Speed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Critical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need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750" spc="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faster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smarter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management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to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minimize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damage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4004" y="5106923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8420" y="0"/>
                </a:moveTo>
                <a:lnTo>
                  <a:pt x="0" y="0"/>
                </a:lnTo>
                <a:lnTo>
                  <a:pt x="0" y="30480"/>
                </a:lnTo>
                <a:lnTo>
                  <a:pt x="6408420" y="30480"/>
                </a:lnTo>
                <a:lnTo>
                  <a:pt x="6408420" y="0"/>
                </a:lnTo>
                <a:close/>
              </a:path>
            </a:pathLst>
          </a:custGeom>
          <a:solidFill>
            <a:srgbClr val="4867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81304" y="2494395"/>
            <a:ext cx="6244590" cy="398145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Escalating</a:t>
            </a:r>
            <a:r>
              <a:rPr dirty="0" sz="2200" spc="-10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Threat</a:t>
            </a:r>
            <a:r>
              <a:rPr dirty="0" sz="2200" spc="-7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Landscape</a:t>
            </a:r>
            <a:endParaRPr sz="2200">
              <a:latin typeface="Times New Roman"/>
              <a:cs typeface="Times New Roman"/>
            </a:endParaRPr>
          </a:p>
          <a:p>
            <a:pPr marL="12700" marR="662940">
              <a:lnSpc>
                <a:spcPct val="138300"/>
              </a:lnSpc>
              <a:spcBef>
                <a:spcPts val="94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Increasing</a:t>
            </a:r>
            <a:r>
              <a:rPr dirty="0" sz="17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number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attacks</a:t>
            </a:r>
            <a:r>
              <a:rPr dirty="0" sz="175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online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frauds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targeting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organizations</a:t>
            </a:r>
            <a:r>
              <a:rPr dirty="0" sz="1750" spc="-6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all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sizes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03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Secure</a:t>
            </a:r>
            <a:r>
              <a:rPr dirty="0" sz="220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Digital</a:t>
            </a:r>
            <a:r>
              <a:rPr dirty="0" sz="2200" spc="-6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Future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  <a:spcBef>
                <a:spcPts val="94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Importance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secure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digital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environments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for business</a:t>
            </a:r>
            <a:r>
              <a:rPr dirty="0" sz="17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continuity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and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data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protection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16800" y="4794250"/>
            <a:ext cx="24828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04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427976" y="5106923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79">
                <a:moveTo>
                  <a:pt x="6408420" y="0"/>
                </a:moveTo>
                <a:lnTo>
                  <a:pt x="0" y="0"/>
                </a:lnTo>
                <a:lnTo>
                  <a:pt x="0" y="30480"/>
                </a:lnTo>
                <a:lnTo>
                  <a:pt x="6408420" y="30480"/>
                </a:lnTo>
                <a:lnTo>
                  <a:pt x="6408420" y="0"/>
                </a:lnTo>
                <a:close/>
              </a:path>
            </a:pathLst>
          </a:custGeom>
          <a:solidFill>
            <a:srgbClr val="4867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416800" y="5258180"/>
            <a:ext cx="6337300" cy="1217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0">
                <a:solidFill>
                  <a:srgbClr val="404154"/>
                </a:solidFill>
                <a:latin typeface="Times New Roman"/>
                <a:cs typeface="Times New Roman"/>
              </a:rPr>
              <a:t>AI-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Powered</a:t>
            </a:r>
            <a:r>
              <a:rPr dirty="0" sz="22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Detection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can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assist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automatic detection</a:t>
            </a:r>
            <a:r>
              <a:rPr dirty="0" sz="17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classification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with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high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accuracy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</a:pPr>
            <a:r>
              <a:rPr dirty="0" sz="4450"/>
              <a:t>Project</a:t>
            </a:r>
            <a:r>
              <a:rPr dirty="0" sz="4450" spc="-130"/>
              <a:t> </a:t>
            </a:r>
            <a:r>
              <a:rPr dirty="0" sz="4450" spc="-10"/>
              <a:t>Objectives</a:t>
            </a:r>
            <a:endParaRPr sz="4450"/>
          </a:p>
        </p:txBody>
      </p:sp>
      <p:grpSp>
        <p:nvGrpSpPr>
          <p:cNvPr id="3" name="object 3" descr=""/>
          <p:cNvGrpSpPr/>
          <p:nvPr/>
        </p:nvGrpSpPr>
        <p:grpSpPr>
          <a:xfrm>
            <a:off x="794004" y="1839467"/>
            <a:ext cx="4196080" cy="3106420"/>
            <a:chOff x="794004" y="1839467"/>
            <a:chExt cx="4196080" cy="3106420"/>
          </a:xfrm>
        </p:grpSpPr>
        <p:sp>
          <p:nvSpPr>
            <p:cNvPr id="4" name="object 4" descr=""/>
            <p:cNvSpPr/>
            <p:nvPr/>
          </p:nvSpPr>
          <p:spPr>
            <a:xfrm>
              <a:off x="794004" y="2179319"/>
              <a:ext cx="4196080" cy="2766060"/>
            </a:xfrm>
            <a:custGeom>
              <a:avLst/>
              <a:gdLst/>
              <a:ahLst/>
              <a:cxnLst/>
              <a:rect l="l" t="t" r="r" b="b"/>
              <a:pathLst>
                <a:path w="4196080" h="2766060">
                  <a:moveTo>
                    <a:pt x="4049268" y="0"/>
                  </a:moveTo>
                  <a:lnTo>
                    <a:pt x="146304" y="0"/>
                  </a:ln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0" y="2619755"/>
                  </a:lnTo>
                  <a:lnTo>
                    <a:pt x="7459" y="2665988"/>
                  </a:lnTo>
                  <a:lnTo>
                    <a:pt x="28229" y="2706148"/>
                  </a:lnTo>
                  <a:lnTo>
                    <a:pt x="59900" y="2737823"/>
                  </a:lnTo>
                  <a:lnTo>
                    <a:pt x="100062" y="2758598"/>
                  </a:lnTo>
                  <a:lnTo>
                    <a:pt x="146304" y="2766059"/>
                  </a:lnTo>
                  <a:lnTo>
                    <a:pt x="4049268" y="2766059"/>
                  </a:lnTo>
                  <a:lnTo>
                    <a:pt x="4095500" y="2758598"/>
                  </a:lnTo>
                  <a:lnTo>
                    <a:pt x="4135660" y="2737823"/>
                  </a:lnTo>
                  <a:lnTo>
                    <a:pt x="4167335" y="2706148"/>
                  </a:lnTo>
                  <a:lnTo>
                    <a:pt x="4188110" y="2665988"/>
                  </a:lnTo>
                  <a:lnTo>
                    <a:pt x="4195572" y="2619755"/>
                  </a:lnTo>
                  <a:lnTo>
                    <a:pt x="4195572" y="146303"/>
                  </a:lnTo>
                  <a:lnTo>
                    <a:pt x="4188110" y="100071"/>
                  </a:lnTo>
                  <a:lnTo>
                    <a:pt x="4167335" y="59911"/>
                  </a:lnTo>
                  <a:lnTo>
                    <a:pt x="4135660" y="28236"/>
                  </a:lnTo>
                  <a:lnTo>
                    <a:pt x="4095500" y="7461"/>
                  </a:lnTo>
                  <a:lnTo>
                    <a:pt x="404926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4004" y="1839467"/>
              <a:ext cx="4196080" cy="680085"/>
            </a:xfrm>
            <a:custGeom>
              <a:avLst/>
              <a:gdLst/>
              <a:ahLst/>
              <a:cxnLst/>
              <a:rect l="l" t="t" r="r" b="b"/>
              <a:pathLst>
                <a:path w="4196080" h="680085">
                  <a:moveTo>
                    <a:pt x="4195572" y="370332"/>
                  </a:moveTo>
                  <a:lnTo>
                    <a:pt x="4190771" y="346621"/>
                  </a:lnTo>
                  <a:lnTo>
                    <a:pt x="4177703" y="327240"/>
                  </a:lnTo>
                  <a:lnTo>
                    <a:pt x="4158323" y="314172"/>
                  </a:lnTo>
                  <a:lnTo>
                    <a:pt x="4134612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97024" y="0"/>
                  </a:lnTo>
                  <a:lnTo>
                    <a:pt x="2050897" y="3111"/>
                  </a:lnTo>
                  <a:lnTo>
                    <a:pt x="2006663" y="12141"/>
                  </a:lnTo>
                  <a:lnTo>
                    <a:pt x="1964728" y="26708"/>
                  </a:lnTo>
                  <a:lnTo>
                    <a:pt x="1925485" y="46405"/>
                  </a:lnTo>
                  <a:lnTo>
                    <a:pt x="1889340" y="70815"/>
                  </a:lnTo>
                  <a:lnTo>
                    <a:pt x="1856701" y="99542"/>
                  </a:lnTo>
                  <a:lnTo>
                    <a:pt x="1827974" y="132181"/>
                  </a:lnTo>
                  <a:lnTo>
                    <a:pt x="1803565" y="168325"/>
                  </a:lnTo>
                  <a:lnTo>
                    <a:pt x="1783867" y="207568"/>
                  </a:lnTo>
                  <a:lnTo>
                    <a:pt x="1769300" y="249504"/>
                  </a:lnTo>
                  <a:lnTo>
                    <a:pt x="1760270" y="293738"/>
                  </a:lnTo>
                  <a:lnTo>
                    <a:pt x="1759216" y="309372"/>
                  </a:lnTo>
                  <a:lnTo>
                    <a:pt x="60960" y="309372"/>
                  </a:lnTo>
                  <a:lnTo>
                    <a:pt x="37223" y="314172"/>
                  </a:lnTo>
                  <a:lnTo>
                    <a:pt x="17843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43" y="413435"/>
                  </a:lnTo>
                  <a:lnTo>
                    <a:pt x="37223" y="426504"/>
                  </a:lnTo>
                  <a:lnTo>
                    <a:pt x="60960" y="431292"/>
                  </a:lnTo>
                  <a:lnTo>
                    <a:pt x="1769668" y="431292"/>
                  </a:lnTo>
                  <a:lnTo>
                    <a:pt x="1783867" y="472147"/>
                  </a:lnTo>
                  <a:lnTo>
                    <a:pt x="1803565" y="511390"/>
                  </a:lnTo>
                  <a:lnTo>
                    <a:pt x="1827974" y="547535"/>
                  </a:lnTo>
                  <a:lnTo>
                    <a:pt x="1856701" y="580174"/>
                  </a:lnTo>
                  <a:lnTo>
                    <a:pt x="1889340" y="608901"/>
                  </a:lnTo>
                  <a:lnTo>
                    <a:pt x="1925485" y="633310"/>
                  </a:lnTo>
                  <a:lnTo>
                    <a:pt x="1964728" y="653008"/>
                  </a:lnTo>
                  <a:lnTo>
                    <a:pt x="2006663" y="667575"/>
                  </a:lnTo>
                  <a:lnTo>
                    <a:pt x="2050897" y="676605"/>
                  </a:lnTo>
                  <a:lnTo>
                    <a:pt x="2097024" y="679704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4612" y="431292"/>
                  </a:lnTo>
                  <a:lnTo>
                    <a:pt x="4158323" y="426504"/>
                  </a:lnTo>
                  <a:lnTo>
                    <a:pt x="4177703" y="413435"/>
                  </a:lnTo>
                  <a:lnTo>
                    <a:pt x="4190771" y="394055"/>
                  </a:lnTo>
                  <a:lnTo>
                    <a:pt x="4195572" y="370332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38555" y="2721991"/>
            <a:ext cx="3688079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Develop</a:t>
            </a:r>
            <a:r>
              <a:rPr dirty="0" sz="2200" spc="-7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2200" spc="-8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Portal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Build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user-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friendly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web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portal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report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intuitive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interface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 secure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authentication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216652" y="1839467"/>
            <a:ext cx="4197350" cy="3127375"/>
            <a:chOff x="5216652" y="1839467"/>
            <a:chExt cx="4197350" cy="3127375"/>
          </a:xfrm>
        </p:grpSpPr>
        <p:sp>
          <p:nvSpPr>
            <p:cNvPr id="8" name="object 8" descr=""/>
            <p:cNvSpPr/>
            <p:nvPr/>
          </p:nvSpPr>
          <p:spPr>
            <a:xfrm>
              <a:off x="5216652" y="2200655"/>
              <a:ext cx="4197350" cy="2766060"/>
            </a:xfrm>
            <a:custGeom>
              <a:avLst/>
              <a:gdLst/>
              <a:ahLst/>
              <a:cxnLst/>
              <a:rect l="l" t="t" r="r" b="b"/>
              <a:pathLst>
                <a:path w="4197350" h="2766060">
                  <a:moveTo>
                    <a:pt x="4050792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2619756"/>
                  </a:lnTo>
                  <a:lnTo>
                    <a:pt x="7461" y="2665988"/>
                  </a:lnTo>
                  <a:lnTo>
                    <a:pt x="28236" y="2706148"/>
                  </a:lnTo>
                  <a:lnTo>
                    <a:pt x="59911" y="2737823"/>
                  </a:lnTo>
                  <a:lnTo>
                    <a:pt x="100071" y="2758598"/>
                  </a:lnTo>
                  <a:lnTo>
                    <a:pt x="146303" y="2766060"/>
                  </a:lnTo>
                  <a:lnTo>
                    <a:pt x="4050792" y="2766060"/>
                  </a:lnTo>
                  <a:lnTo>
                    <a:pt x="4097024" y="2758598"/>
                  </a:lnTo>
                  <a:lnTo>
                    <a:pt x="4137184" y="2737823"/>
                  </a:lnTo>
                  <a:lnTo>
                    <a:pt x="4168859" y="2706148"/>
                  </a:lnTo>
                  <a:lnTo>
                    <a:pt x="4189634" y="2665988"/>
                  </a:lnTo>
                  <a:lnTo>
                    <a:pt x="4197096" y="2619756"/>
                  </a:lnTo>
                  <a:lnTo>
                    <a:pt x="4197096" y="146304"/>
                  </a:lnTo>
                  <a:lnTo>
                    <a:pt x="4189634" y="100071"/>
                  </a:lnTo>
                  <a:lnTo>
                    <a:pt x="4168859" y="59911"/>
                  </a:lnTo>
                  <a:lnTo>
                    <a:pt x="4137184" y="28236"/>
                  </a:lnTo>
                  <a:lnTo>
                    <a:pt x="4097024" y="7461"/>
                  </a:lnTo>
                  <a:lnTo>
                    <a:pt x="4050792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16652" y="1839467"/>
              <a:ext cx="4197350" cy="680085"/>
            </a:xfrm>
            <a:custGeom>
              <a:avLst/>
              <a:gdLst/>
              <a:ahLst/>
              <a:cxnLst/>
              <a:rect l="l" t="t" r="r" b="b"/>
              <a:pathLst>
                <a:path w="4197350" h="680085">
                  <a:moveTo>
                    <a:pt x="4197096" y="370332"/>
                  </a:moveTo>
                  <a:lnTo>
                    <a:pt x="4192295" y="346621"/>
                  </a:lnTo>
                  <a:lnTo>
                    <a:pt x="4179227" y="327240"/>
                  </a:lnTo>
                  <a:lnTo>
                    <a:pt x="4159847" y="314172"/>
                  </a:lnTo>
                  <a:lnTo>
                    <a:pt x="4136136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52421" y="3111"/>
                  </a:lnTo>
                  <a:lnTo>
                    <a:pt x="2008187" y="12141"/>
                  </a:lnTo>
                  <a:lnTo>
                    <a:pt x="1966252" y="26708"/>
                  </a:lnTo>
                  <a:lnTo>
                    <a:pt x="1927009" y="46405"/>
                  </a:lnTo>
                  <a:lnTo>
                    <a:pt x="1890864" y="70815"/>
                  </a:lnTo>
                  <a:lnTo>
                    <a:pt x="1858225" y="99542"/>
                  </a:lnTo>
                  <a:lnTo>
                    <a:pt x="1829498" y="132181"/>
                  </a:lnTo>
                  <a:lnTo>
                    <a:pt x="1805089" y="168325"/>
                  </a:lnTo>
                  <a:lnTo>
                    <a:pt x="1785391" y="207568"/>
                  </a:lnTo>
                  <a:lnTo>
                    <a:pt x="1770824" y="249504"/>
                  </a:lnTo>
                  <a:lnTo>
                    <a:pt x="1761794" y="293738"/>
                  </a:lnTo>
                  <a:lnTo>
                    <a:pt x="1760740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1771192" y="431292"/>
                  </a:lnTo>
                  <a:lnTo>
                    <a:pt x="1785391" y="472147"/>
                  </a:lnTo>
                  <a:lnTo>
                    <a:pt x="1805089" y="511390"/>
                  </a:lnTo>
                  <a:lnTo>
                    <a:pt x="1829498" y="547535"/>
                  </a:lnTo>
                  <a:lnTo>
                    <a:pt x="1858225" y="580174"/>
                  </a:lnTo>
                  <a:lnTo>
                    <a:pt x="1890864" y="608901"/>
                  </a:lnTo>
                  <a:lnTo>
                    <a:pt x="1927009" y="633310"/>
                  </a:lnTo>
                  <a:lnTo>
                    <a:pt x="1966252" y="653008"/>
                  </a:lnTo>
                  <a:lnTo>
                    <a:pt x="2008187" y="667575"/>
                  </a:lnTo>
                  <a:lnTo>
                    <a:pt x="2052421" y="676605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6136" y="431292"/>
                  </a:lnTo>
                  <a:lnTo>
                    <a:pt x="4159847" y="426504"/>
                  </a:lnTo>
                  <a:lnTo>
                    <a:pt x="4179227" y="413435"/>
                  </a:lnTo>
                  <a:lnTo>
                    <a:pt x="4192295" y="394055"/>
                  </a:lnTo>
                  <a:lnTo>
                    <a:pt x="4197096" y="370332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462142" y="2721991"/>
            <a:ext cx="365887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220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Categorization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Automatically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categorize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using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techniques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machine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learning algorithms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640823" y="1839467"/>
            <a:ext cx="4196080" cy="3106420"/>
            <a:chOff x="9640823" y="1839467"/>
            <a:chExt cx="4196080" cy="3106420"/>
          </a:xfrm>
        </p:grpSpPr>
        <p:sp>
          <p:nvSpPr>
            <p:cNvPr id="12" name="object 12" descr=""/>
            <p:cNvSpPr/>
            <p:nvPr/>
          </p:nvSpPr>
          <p:spPr>
            <a:xfrm>
              <a:off x="9640823" y="2179319"/>
              <a:ext cx="4196080" cy="2766060"/>
            </a:xfrm>
            <a:custGeom>
              <a:avLst/>
              <a:gdLst/>
              <a:ahLst/>
              <a:cxnLst/>
              <a:rect l="l" t="t" r="r" b="b"/>
              <a:pathLst>
                <a:path w="4196080" h="2766060">
                  <a:moveTo>
                    <a:pt x="4049268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0" y="2619755"/>
                  </a:lnTo>
                  <a:lnTo>
                    <a:pt x="7461" y="2665988"/>
                  </a:lnTo>
                  <a:lnTo>
                    <a:pt x="28236" y="2706148"/>
                  </a:lnTo>
                  <a:lnTo>
                    <a:pt x="59911" y="2737823"/>
                  </a:lnTo>
                  <a:lnTo>
                    <a:pt x="100071" y="2758598"/>
                  </a:lnTo>
                  <a:lnTo>
                    <a:pt x="146303" y="2766059"/>
                  </a:lnTo>
                  <a:lnTo>
                    <a:pt x="4049268" y="2766059"/>
                  </a:lnTo>
                  <a:lnTo>
                    <a:pt x="4095500" y="2758598"/>
                  </a:lnTo>
                  <a:lnTo>
                    <a:pt x="4135660" y="2737823"/>
                  </a:lnTo>
                  <a:lnTo>
                    <a:pt x="4167335" y="2706148"/>
                  </a:lnTo>
                  <a:lnTo>
                    <a:pt x="4188110" y="2665988"/>
                  </a:lnTo>
                  <a:lnTo>
                    <a:pt x="4195572" y="2619755"/>
                  </a:lnTo>
                  <a:lnTo>
                    <a:pt x="4195572" y="146303"/>
                  </a:lnTo>
                  <a:lnTo>
                    <a:pt x="4188110" y="100071"/>
                  </a:lnTo>
                  <a:lnTo>
                    <a:pt x="4167335" y="59911"/>
                  </a:lnTo>
                  <a:lnTo>
                    <a:pt x="4135660" y="28236"/>
                  </a:lnTo>
                  <a:lnTo>
                    <a:pt x="4095500" y="7461"/>
                  </a:lnTo>
                  <a:lnTo>
                    <a:pt x="404926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640824" y="1839467"/>
              <a:ext cx="4196080" cy="680085"/>
            </a:xfrm>
            <a:custGeom>
              <a:avLst/>
              <a:gdLst/>
              <a:ahLst/>
              <a:cxnLst/>
              <a:rect l="l" t="t" r="r" b="b"/>
              <a:pathLst>
                <a:path w="4196080" h="680085">
                  <a:moveTo>
                    <a:pt x="4195572" y="370332"/>
                  </a:moveTo>
                  <a:lnTo>
                    <a:pt x="4190771" y="346621"/>
                  </a:lnTo>
                  <a:lnTo>
                    <a:pt x="4177703" y="327240"/>
                  </a:lnTo>
                  <a:lnTo>
                    <a:pt x="4158323" y="314172"/>
                  </a:lnTo>
                  <a:lnTo>
                    <a:pt x="4134612" y="309372"/>
                  </a:lnTo>
                  <a:lnTo>
                    <a:pt x="2436342" y="309372"/>
                  </a:lnTo>
                  <a:lnTo>
                    <a:pt x="2435288" y="293738"/>
                  </a:lnTo>
                  <a:lnTo>
                    <a:pt x="2426258" y="249504"/>
                  </a:lnTo>
                  <a:lnTo>
                    <a:pt x="2411692" y="207568"/>
                  </a:lnTo>
                  <a:lnTo>
                    <a:pt x="2391994" y="168325"/>
                  </a:lnTo>
                  <a:lnTo>
                    <a:pt x="2367584" y="132181"/>
                  </a:lnTo>
                  <a:lnTo>
                    <a:pt x="2338857" y="99542"/>
                  </a:lnTo>
                  <a:lnTo>
                    <a:pt x="2306218" y="70815"/>
                  </a:lnTo>
                  <a:lnTo>
                    <a:pt x="2270074" y="46405"/>
                  </a:lnTo>
                  <a:lnTo>
                    <a:pt x="2230831" y="26708"/>
                  </a:lnTo>
                  <a:lnTo>
                    <a:pt x="2188895" y="12141"/>
                  </a:lnTo>
                  <a:lnTo>
                    <a:pt x="2144661" y="3111"/>
                  </a:lnTo>
                  <a:lnTo>
                    <a:pt x="2098548" y="0"/>
                  </a:lnTo>
                  <a:lnTo>
                    <a:pt x="2097024" y="0"/>
                  </a:lnTo>
                  <a:lnTo>
                    <a:pt x="2050897" y="3111"/>
                  </a:lnTo>
                  <a:lnTo>
                    <a:pt x="2006663" y="12141"/>
                  </a:lnTo>
                  <a:lnTo>
                    <a:pt x="1964728" y="26708"/>
                  </a:lnTo>
                  <a:lnTo>
                    <a:pt x="1925485" y="46405"/>
                  </a:lnTo>
                  <a:lnTo>
                    <a:pt x="1889340" y="70815"/>
                  </a:lnTo>
                  <a:lnTo>
                    <a:pt x="1856701" y="99542"/>
                  </a:lnTo>
                  <a:lnTo>
                    <a:pt x="1827974" y="132181"/>
                  </a:lnTo>
                  <a:lnTo>
                    <a:pt x="1803565" y="168325"/>
                  </a:lnTo>
                  <a:lnTo>
                    <a:pt x="1783867" y="207568"/>
                  </a:lnTo>
                  <a:lnTo>
                    <a:pt x="1769300" y="249504"/>
                  </a:lnTo>
                  <a:lnTo>
                    <a:pt x="1760270" y="293738"/>
                  </a:lnTo>
                  <a:lnTo>
                    <a:pt x="1759216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1769668" y="431292"/>
                  </a:lnTo>
                  <a:lnTo>
                    <a:pt x="1783867" y="472147"/>
                  </a:lnTo>
                  <a:lnTo>
                    <a:pt x="1803565" y="511390"/>
                  </a:lnTo>
                  <a:lnTo>
                    <a:pt x="1827974" y="547535"/>
                  </a:lnTo>
                  <a:lnTo>
                    <a:pt x="1856701" y="580174"/>
                  </a:lnTo>
                  <a:lnTo>
                    <a:pt x="1889340" y="608901"/>
                  </a:lnTo>
                  <a:lnTo>
                    <a:pt x="1925485" y="633310"/>
                  </a:lnTo>
                  <a:lnTo>
                    <a:pt x="1964728" y="653008"/>
                  </a:lnTo>
                  <a:lnTo>
                    <a:pt x="2006663" y="667575"/>
                  </a:lnTo>
                  <a:lnTo>
                    <a:pt x="2050897" y="676605"/>
                  </a:lnTo>
                  <a:lnTo>
                    <a:pt x="2097024" y="679704"/>
                  </a:lnTo>
                  <a:lnTo>
                    <a:pt x="2098548" y="679704"/>
                  </a:lnTo>
                  <a:lnTo>
                    <a:pt x="2144661" y="676605"/>
                  </a:lnTo>
                  <a:lnTo>
                    <a:pt x="2188895" y="667575"/>
                  </a:lnTo>
                  <a:lnTo>
                    <a:pt x="2230831" y="653008"/>
                  </a:lnTo>
                  <a:lnTo>
                    <a:pt x="2270074" y="633310"/>
                  </a:lnTo>
                  <a:lnTo>
                    <a:pt x="2306218" y="608901"/>
                  </a:lnTo>
                  <a:lnTo>
                    <a:pt x="2338857" y="580174"/>
                  </a:lnTo>
                  <a:lnTo>
                    <a:pt x="2367584" y="547535"/>
                  </a:lnTo>
                  <a:lnTo>
                    <a:pt x="2391994" y="511390"/>
                  </a:lnTo>
                  <a:lnTo>
                    <a:pt x="2411692" y="472147"/>
                  </a:lnTo>
                  <a:lnTo>
                    <a:pt x="2425877" y="431292"/>
                  </a:lnTo>
                  <a:lnTo>
                    <a:pt x="4134612" y="431292"/>
                  </a:lnTo>
                  <a:lnTo>
                    <a:pt x="4158323" y="426504"/>
                  </a:lnTo>
                  <a:lnTo>
                    <a:pt x="4177703" y="413435"/>
                  </a:lnTo>
                  <a:lnTo>
                    <a:pt x="4190771" y="394055"/>
                  </a:lnTo>
                  <a:lnTo>
                    <a:pt x="4195572" y="370332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885680" y="2721991"/>
            <a:ext cx="3612515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Secure</a:t>
            </a:r>
            <a:r>
              <a:rPr dirty="0" sz="220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Data</a:t>
            </a:r>
            <a:r>
              <a:rPr dirty="0" sz="220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Management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Store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manage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data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securely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encryption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 access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control mechanisms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94004" y="5172455"/>
            <a:ext cx="6408420" cy="2380615"/>
            <a:chOff x="794004" y="5172455"/>
            <a:chExt cx="6408420" cy="2380615"/>
          </a:xfrm>
        </p:grpSpPr>
        <p:sp>
          <p:nvSpPr>
            <p:cNvPr id="16" name="object 16" descr=""/>
            <p:cNvSpPr/>
            <p:nvPr/>
          </p:nvSpPr>
          <p:spPr>
            <a:xfrm>
              <a:off x="794004" y="5512307"/>
              <a:ext cx="6408420" cy="2040889"/>
            </a:xfrm>
            <a:custGeom>
              <a:avLst/>
              <a:gdLst/>
              <a:ahLst/>
              <a:cxnLst/>
              <a:rect l="l" t="t" r="r" b="b"/>
              <a:pathLst>
                <a:path w="6408420" h="2040890">
                  <a:moveTo>
                    <a:pt x="6262116" y="0"/>
                  </a:moveTo>
                  <a:lnTo>
                    <a:pt x="146316" y="0"/>
                  </a:lnTo>
                  <a:lnTo>
                    <a:pt x="100068" y="7461"/>
                  </a:lnTo>
                  <a:lnTo>
                    <a:pt x="59903" y="28236"/>
                  </a:lnTo>
                  <a:lnTo>
                    <a:pt x="28230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0" y="1894319"/>
                  </a:lnTo>
                  <a:lnTo>
                    <a:pt x="7459" y="1940567"/>
                  </a:lnTo>
                  <a:lnTo>
                    <a:pt x="28230" y="1980732"/>
                  </a:lnTo>
                  <a:lnTo>
                    <a:pt x="59903" y="2012405"/>
                  </a:lnTo>
                  <a:lnTo>
                    <a:pt x="100068" y="2033176"/>
                  </a:lnTo>
                  <a:lnTo>
                    <a:pt x="146316" y="2040636"/>
                  </a:lnTo>
                  <a:lnTo>
                    <a:pt x="6262116" y="2040636"/>
                  </a:lnTo>
                  <a:lnTo>
                    <a:pt x="6308348" y="2033176"/>
                  </a:lnTo>
                  <a:lnTo>
                    <a:pt x="6348508" y="2012405"/>
                  </a:lnTo>
                  <a:lnTo>
                    <a:pt x="6380183" y="1980732"/>
                  </a:lnTo>
                  <a:lnTo>
                    <a:pt x="6400958" y="1940567"/>
                  </a:lnTo>
                  <a:lnTo>
                    <a:pt x="6408420" y="1894319"/>
                  </a:lnTo>
                  <a:lnTo>
                    <a:pt x="6408420" y="146304"/>
                  </a:lnTo>
                  <a:lnTo>
                    <a:pt x="6400958" y="100071"/>
                  </a:lnTo>
                  <a:lnTo>
                    <a:pt x="6380183" y="59911"/>
                  </a:lnTo>
                  <a:lnTo>
                    <a:pt x="6348508" y="28236"/>
                  </a:lnTo>
                  <a:lnTo>
                    <a:pt x="6308348" y="7461"/>
                  </a:lnTo>
                  <a:lnTo>
                    <a:pt x="6262116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4004" y="5172455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20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1242" y="309372"/>
                  </a:lnTo>
                  <a:lnTo>
                    <a:pt x="3540188" y="293738"/>
                  </a:lnTo>
                  <a:lnTo>
                    <a:pt x="3531158" y="249504"/>
                  </a:lnTo>
                  <a:lnTo>
                    <a:pt x="3516592" y="207568"/>
                  </a:lnTo>
                  <a:lnTo>
                    <a:pt x="3496894" y="168325"/>
                  </a:lnTo>
                  <a:lnTo>
                    <a:pt x="3472484" y="132181"/>
                  </a:lnTo>
                  <a:lnTo>
                    <a:pt x="3443757" y="99542"/>
                  </a:lnTo>
                  <a:lnTo>
                    <a:pt x="3411118" y="70815"/>
                  </a:lnTo>
                  <a:lnTo>
                    <a:pt x="3374974" y="46405"/>
                  </a:lnTo>
                  <a:lnTo>
                    <a:pt x="3335731" y="26708"/>
                  </a:lnTo>
                  <a:lnTo>
                    <a:pt x="3293795" y="12141"/>
                  </a:lnTo>
                  <a:lnTo>
                    <a:pt x="3249561" y="3111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23" y="314172"/>
                  </a:lnTo>
                  <a:lnTo>
                    <a:pt x="17843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43" y="413435"/>
                  </a:lnTo>
                  <a:lnTo>
                    <a:pt x="37223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49561" y="676605"/>
                  </a:lnTo>
                  <a:lnTo>
                    <a:pt x="3293795" y="667575"/>
                  </a:lnTo>
                  <a:lnTo>
                    <a:pt x="3335731" y="653008"/>
                  </a:lnTo>
                  <a:lnTo>
                    <a:pt x="3374974" y="633310"/>
                  </a:lnTo>
                  <a:lnTo>
                    <a:pt x="3411118" y="608901"/>
                  </a:lnTo>
                  <a:lnTo>
                    <a:pt x="3443757" y="580174"/>
                  </a:lnTo>
                  <a:lnTo>
                    <a:pt x="3472484" y="547535"/>
                  </a:lnTo>
                  <a:lnTo>
                    <a:pt x="3496894" y="511390"/>
                  </a:lnTo>
                  <a:lnTo>
                    <a:pt x="3516592" y="472147"/>
                  </a:lnTo>
                  <a:lnTo>
                    <a:pt x="3530777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038555" y="6055867"/>
            <a:ext cx="5779770" cy="1217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Admin</a:t>
            </a:r>
            <a:r>
              <a:rPr dirty="0" sz="2200" spc="-6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154"/>
                </a:solidFill>
                <a:latin typeface="Times New Roman"/>
                <a:cs typeface="Times New Roman"/>
              </a:rPr>
              <a:t>Dashboard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Provide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comprehensive</a:t>
            </a:r>
            <a:r>
              <a:rPr dirty="0" sz="175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dashboard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reports</a:t>
            </a:r>
            <a:r>
              <a:rPr dirty="0" sz="17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administrators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monitor</a:t>
            </a:r>
            <a:r>
              <a:rPr dirty="0" sz="17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analyze</a:t>
            </a:r>
            <a:r>
              <a:rPr dirty="0" sz="17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427976" y="5172455"/>
            <a:ext cx="6408420" cy="2380615"/>
            <a:chOff x="7427976" y="5172455"/>
            <a:chExt cx="6408420" cy="2380615"/>
          </a:xfrm>
        </p:grpSpPr>
        <p:sp>
          <p:nvSpPr>
            <p:cNvPr id="20" name="object 20" descr=""/>
            <p:cNvSpPr/>
            <p:nvPr/>
          </p:nvSpPr>
          <p:spPr>
            <a:xfrm>
              <a:off x="7427976" y="5512307"/>
              <a:ext cx="6408420" cy="2040889"/>
            </a:xfrm>
            <a:custGeom>
              <a:avLst/>
              <a:gdLst/>
              <a:ahLst/>
              <a:cxnLst/>
              <a:rect l="l" t="t" r="r" b="b"/>
              <a:pathLst>
                <a:path w="6408419" h="2040890">
                  <a:moveTo>
                    <a:pt x="6262116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1894319"/>
                  </a:lnTo>
                  <a:lnTo>
                    <a:pt x="7461" y="1940567"/>
                  </a:lnTo>
                  <a:lnTo>
                    <a:pt x="28236" y="1980732"/>
                  </a:lnTo>
                  <a:lnTo>
                    <a:pt x="59911" y="2012405"/>
                  </a:lnTo>
                  <a:lnTo>
                    <a:pt x="100071" y="2033176"/>
                  </a:lnTo>
                  <a:lnTo>
                    <a:pt x="146303" y="2040636"/>
                  </a:lnTo>
                  <a:lnTo>
                    <a:pt x="6262116" y="2040636"/>
                  </a:lnTo>
                  <a:lnTo>
                    <a:pt x="6308348" y="2033176"/>
                  </a:lnTo>
                  <a:lnTo>
                    <a:pt x="6348508" y="2012405"/>
                  </a:lnTo>
                  <a:lnTo>
                    <a:pt x="6380183" y="1980732"/>
                  </a:lnTo>
                  <a:lnTo>
                    <a:pt x="6400958" y="1940567"/>
                  </a:lnTo>
                  <a:lnTo>
                    <a:pt x="6408420" y="1894319"/>
                  </a:lnTo>
                  <a:lnTo>
                    <a:pt x="6408420" y="146304"/>
                  </a:lnTo>
                  <a:lnTo>
                    <a:pt x="6400958" y="100071"/>
                  </a:lnTo>
                  <a:lnTo>
                    <a:pt x="6380183" y="59911"/>
                  </a:lnTo>
                  <a:lnTo>
                    <a:pt x="6348508" y="28236"/>
                  </a:lnTo>
                  <a:lnTo>
                    <a:pt x="6308348" y="7461"/>
                  </a:lnTo>
                  <a:lnTo>
                    <a:pt x="6262116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27976" y="5172455"/>
              <a:ext cx="6408420" cy="680085"/>
            </a:xfrm>
            <a:custGeom>
              <a:avLst/>
              <a:gdLst/>
              <a:ahLst/>
              <a:cxnLst/>
              <a:rect l="l" t="t" r="r" b="b"/>
              <a:pathLst>
                <a:path w="6408419" h="680085">
                  <a:moveTo>
                    <a:pt x="6408420" y="370332"/>
                  </a:moveTo>
                  <a:lnTo>
                    <a:pt x="6403619" y="346621"/>
                  </a:lnTo>
                  <a:lnTo>
                    <a:pt x="6390551" y="327240"/>
                  </a:lnTo>
                  <a:lnTo>
                    <a:pt x="6371171" y="314172"/>
                  </a:lnTo>
                  <a:lnTo>
                    <a:pt x="6347460" y="309372"/>
                  </a:lnTo>
                  <a:lnTo>
                    <a:pt x="3542766" y="309372"/>
                  </a:lnTo>
                  <a:lnTo>
                    <a:pt x="3541712" y="293738"/>
                  </a:lnTo>
                  <a:lnTo>
                    <a:pt x="3532682" y="249504"/>
                  </a:lnTo>
                  <a:lnTo>
                    <a:pt x="3518116" y="207568"/>
                  </a:lnTo>
                  <a:lnTo>
                    <a:pt x="3498418" y="168325"/>
                  </a:lnTo>
                  <a:lnTo>
                    <a:pt x="3474008" y="132181"/>
                  </a:lnTo>
                  <a:lnTo>
                    <a:pt x="3445281" y="99542"/>
                  </a:lnTo>
                  <a:lnTo>
                    <a:pt x="3412642" y="70815"/>
                  </a:lnTo>
                  <a:lnTo>
                    <a:pt x="3376498" y="46405"/>
                  </a:lnTo>
                  <a:lnTo>
                    <a:pt x="3337255" y="26708"/>
                  </a:lnTo>
                  <a:lnTo>
                    <a:pt x="3295319" y="12141"/>
                  </a:lnTo>
                  <a:lnTo>
                    <a:pt x="3251085" y="3111"/>
                  </a:lnTo>
                  <a:lnTo>
                    <a:pt x="3204972" y="0"/>
                  </a:lnTo>
                  <a:lnTo>
                    <a:pt x="3203448" y="0"/>
                  </a:lnTo>
                  <a:lnTo>
                    <a:pt x="3157321" y="3111"/>
                  </a:lnTo>
                  <a:lnTo>
                    <a:pt x="3113087" y="12141"/>
                  </a:lnTo>
                  <a:lnTo>
                    <a:pt x="3071152" y="26708"/>
                  </a:lnTo>
                  <a:lnTo>
                    <a:pt x="3031909" y="46405"/>
                  </a:lnTo>
                  <a:lnTo>
                    <a:pt x="2995765" y="70815"/>
                  </a:lnTo>
                  <a:lnTo>
                    <a:pt x="2963126" y="99542"/>
                  </a:lnTo>
                  <a:lnTo>
                    <a:pt x="2934398" y="132181"/>
                  </a:lnTo>
                  <a:lnTo>
                    <a:pt x="2909989" y="168325"/>
                  </a:lnTo>
                  <a:lnTo>
                    <a:pt x="2890291" y="207568"/>
                  </a:lnTo>
                  <a:lnTo>
                    <a:pt x="2875724" y="249504"/>
                  </a:lnTo>
                  <a:lnTo>
                    <a:pt x="2866694" y="293738"/>
                  </a:lnTo>
                  <a:lnTo>
                    <a:pt x="2865640" y="309372"/>
                  </a:lnTo>
                  <a:lnTo>
                    <a:pt x="60960" y="309372"/>
                  </a:lnTo>
                  <a:lnTo>
                    <a:pt x="37236" y="314172"/>
                  </a:lnTo>
                  <a:lnTo>
                    <a:pt x="17856" y="327240"/>
                  </a:lnTo>
                  <a:lnTo>
                    <a:pt x="4787" y="346621"/>
                  </a:lnTo>
                  <a:lnTo>
                    <a:pt x="0" y="370332"/>
                  </a:lnTo>
                  <a:lnTo>
                    <a:pt x="4787" y="394055"/>
                  </a:lnTo>
                  <a:lnTo>
                    <a:pt x="17856" y="413435"/>
                  </a:lnTo>
                  <a:lnTo>
                    <a:pt x="37236" y="426504"/>
                  </a:lnTo>
                  <a:lnTo>
                    <a:pt x="60960" y="431292"/>
                  </a:lnTo>
                  <a:lnTo>
                    <a:pt x="2876092" y="431292"/>
                  </a:lnTo>
                  <a:lnTo>
                    <a:pt x="2890291" y="472147"/>
                  </a:lnTo>
                  <a:lnTo>
                    <a:pt x="2909989" y="511390"/>
                  </a:lnTo>
                  <a:lnTo>
                    <a:pt x="2934398" y="547535"/>
                  </a:lnTo>
                  <a:lnTo>
                    <a:pt x="2963126" y="580174"/>
                  </a:lnTo>
                  <a:lnTo>
                    <a:pt x="2995765" y="608901"/>
                  </a:lnTo>
                  <a:lnTo>
                    <a:pt x="3031909" y="633310"/>
                  </a:lnTo>
                  <a:lnTo>
                    <a:pt x="3071152" y="653008"/>
                  </a:lnTo>
                  <a:lnTo>
                    <a:pt x="3113087" y="667575"/>
                  </a:lnTo>
                  <a:lnTo>
                    <a:pt x="3157321" y="676605"/>
                  </a:lnTo>
                  <a:lnTo>
                    <a:pt x="3203448" y="679704"/>
                  </a:lnTo>
                  <a:lnTo>
                    <a:pt x="3204972" y="679704"/>
                  </a:lnTo>
                  <a:lnTo>
                    <a:pt x="3251085" y="676605"/>
                  </a:lnTo>
                  <a:lnTo>
                    <a:pt x="3295319" y="667575"/>
                  </a:lnTo>
                  <a:lnTo>
                    <a:pt x="3337255" y="653008"/>
                  </a:lnTo>
                  <a:lnTo>
                    <a:pt x="3376498" y="633310"/>
                  </a:lnTo>
                  <a:lnTo>
                    <a:pt x="3412642" y="608901"/>
                  </a:lnTo>
                  <a:lnTo>
                    <a:pt x="3445281" y="580174"/>
                  </a:lnTo>
                  <a:lnTo>
                    <a:pt x="3474008" y="547535"/>
                  </a:lnTo>
                  <a:lnTo>
                    <a:pt x="3498418" y="511390"/>
                  </a:lnTo>
                  <a:lnTo>
                    <a:pt x="3518116" y="472147"/>
                  </a:lnTo>
                  <a:lnTo>
                    <a:pt x="3532301" y="431292"/>
                  </a:lnTo>
                  <a:lnTo>
                    <a:pt x="6347460" y="431292"/>
                  </a:lnTo>
                  <a:lnTo>
                    <a:pt x="6371171" y="426504"/>
                  </a:lnTo>
                  <a:lnTo>
                    <a:pt x="6390551" y="413435"/>
                  </a:lnTo>
                  <a:lnTo>
                    <a:pt x="6403619" y="394055"/>
                  </a:lnTo>
                  <a:lnTo>
                    <a:pt x="6408420" y="370332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674102" y="6055867"/>
            <a:ext cx="5213350" cy="1217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Improve</a:t>
            </a:r>
            <a:r>
              <a:rPr dirty="0" sz="220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r>
              <a:rPr dirty="0" sz="2200" spc="-10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Reduce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r>
              <a:rPr dirty="0" sz="17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r>
              <a:rPr dirty="0" sz="17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threats</a:t>
            </a:r>
            <a:r>
              <a:rPr dirty="0" sz="17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through</a:t>
            </a:r>
            <a:r>
              <a:rPr dirty="0" sz="17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automated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r>
              <a:rPr dirty="0" sz="17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750" spc="-10">
                <a:solidFill>
                  <a:srgbClr val="404154"/>
                </a:solidFill>
                <a:latin typeface="Times New Roman"/>
                <a:cs typeface="Times New Roman"/>
              </a:rPr>
              <a:t> prioritization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580" y="567638"/>
            <a:ext cx="39497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System</a:t>
            </a:r>
            <a:r>
              <a:rPr dirty="0" sz="3600" spc="-15"/>
              <a:t> </a:t>
            </a:r>
            <a:r>
              <a:rPr dirty="0" sz="3600" spc="-10"/>
              <a:t>Methodology</a:t>
            </a:r>
            <a:endParaRPr sz="3600"/>
          </a:p>
        </p:txBody>
      </p:sp>
      <p:grpSp>
        <p:nvGrpSpPr>
          <p:cNvPr id="3" name="object 3" descr=""/>
          <p:cNvGrpSpPr/>
          <p:nvPr/>
        </p:nvGrpSpPr>
        <p:grpSpPr>
          <a:xfrm>
            <a:off x="947927" y="1638300"/>
            <a:ext cx="561340" cy="958850"/>
            <a:chOff x="947927" y="1638300"/>
            <a:chExt cx="561340" cy="958850"/>
          </a:xfrm>
        </p:grpSpPr>
        <p:sp>
          <p:nvSpPr>
            <p:cNvPr id="4" name="object 4" descr=""/>
            <p:cNvSpPr/>
            <p:nvPr/>
          </p:nvSpPr>
          <p:spPr>
            <a:xfrm>
              <a:off x="1136141" y="1764029"/>
              <a:ext cx="184785" cy="829310"/>
            </a:xfrm>
            <a:custGeom>
              <a:avLst/>
              <a:gdLst/>
              <a:ahLst/>
              <a:cxnLst/>
              <a:rect l="l" t="t" r="r" b="b"/>
              <a:pathLst>
                <a:path w="184784" h="829310">
                  <a:moveTo>
                    <a:pt x="106934" y="0"/>
                  </a:moveTo>
                  <a:lnTo>
                    <a:pt x="77470" y="0"/>
                  </a:lnTo>
                  <a:lnTo>
                    <a:pt x="47314" y="6086"/>
                  </a:lnTo>
                  <a:lnTo>
                    <a:pt x="22690" y="22685"/>
                  </a:lnTo>
                  <a:lnTo>
                    <a:pt x="6087" y="47309"/>
                  </a:lnTo>
                  <a:lnTo>
                    <a:pt x="0" y="77470"/>
                  </a:lnTo>
                  <a:lnTo>
                    <a:pt x="0" y="751586"/>
                  </a:lnTo>
                  <a:lnTo>
                    <a:pt x="6087" y="781746"/>
                  </a:lnTo>
                  <a:lnTo>
                    <a:pt x="22690" y="806370"/>
                  </a:lnTo>
                  <a:lnTo>
                    <a:pt x="47314" y="822969"/>
                  </a:lnTo>
                  <a:lnTo>
                    <a:pt x="77470" y="829056"/>
                  </a:lnTo>
                  <a:lnTo>
                    <a:pt x="106934" y="829056"/>
                  </a:lnTo>
                  <a:lnTo>
                    <a:pt x="137094" y="822969"/>
                  </a:lnTo>
                  <a:lnTo>
                    <a:pt x="161718" y="806370"/>
                  </a:lnTo>
                  <a:lnTo>
                    <a:pt x="178317" y="781746"/>
                  </a:lnTo>
                  <a:lnTo>
                    <a:pt x="184404" y="751586"/>
                  </a:lnTo>
                  <a:lnTo>
                    <a:pt x="184404" y="77470"/>
                  </a:lnTo>
                  <a:lnTo>
                    <a:pt x="178317" y="47309"/>
                  </a:lnTo>
                  <a:lnTo>
                    <a:pt x="161718" y="22685"/>
                  </a:lnTo>
                  <a:lnTo>
                    <a:pt x="137094" y="6086"/>
                  </a:lnTo>
                  <a:lnTo>
                    <a:pt x="106934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36141" y="1764029"/>
              <a:ext cx="184785" cy="829310"/>
            </a:xfrm>
            <a:custGeom>
              <a:avLst/>
              <a:gdLst/>
              <a:ahLst/>
              <a:cxnLst/>
              <a:rect l="l" t="t" r="r" b="b"/>
              <a:pathLst>
                <a:path w="184784" h="829310">
                  <a:moveTo>
                    <a:pt x="0" y="77470"/>
                  </a:moveTo>
                  <a:lnTo>
                    <a:pt x="6087" y="47309"/>
                  </a:lnTo>
                  <a:lnTo>
                    <a:pt x="22690" y="22685"/>
                  </a:lnTo>
                  <a:lnTo>
                    <a:pt x="47314" y="6086"/>
                  </a:lnTo>
                  <a:lnTo>
                    <a:pt x="77470" y="0"/>
                  </a:lnTo>
                  <a:lnTo>
                    <a:pt x="106934" y="0"/>
                  </a:lnTo>
                  <a:lnTo>
                    <a:pt x="137094" y="6086"/>
                  </a:lnTo>
                  <a:lnTo>
                    <a:pt x="161718" y="22685"/>
                  </a:lnTo>
                  <a:lnTo>
                    <a:pt x="178317" y="47309"/>
                  </a:lnTo>
                  <a:lnTo>
                    <a:pt x="184404" y="77470"/>
                  </a:lnTo>
                  <a:lnTo>
                    <a:pt x="184404" y="751586"/>
                  </a:lnTo>
                  <a:lnTo>
                    <a:pt x="178317" y="781746"/>
                  </a:lnTo>
                  <a:lnTo>
                    <a:pt x="161718" y="806370"/>
                  </a:lnTo>
                  <a:lnTo>
                    <a:pt x="137094" y="822969"/>
                  </a:lnTo>
                  <a:lnTo>
                    <a:pt x="106934" y="829056"/>
                  </a:lnTo>
                  <a:lnTo>
                    <a:pt x="77470" y="829056"/>
                  </a:lnTo>
                  <a:lnTo>
                    <a:pt x="47314" y="822969"/>
                  </a:lnTo>
                  <a:lnTo>
                    <a:pt x="22690" y="806370"/>
                  </a:lnTo>
                  <a:lnTo>
                    <a:pt x="6087" y="781746"/>
                  </a:lnTo>
                  <a:lnTo>
                    <a:pt x="0" y="751586"/>
                  </a:lnTo>
                  <a:lnTo>
                    <a:pt x="0" y="77470"/>
                  </a:lnTo>
                  <a:close/>
                </a:path>
              </a:pathLst>
            </a:custGeom>
            <a:ln w="761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1737" y="1642110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19">
                  <a:moveTo>
                    <a:pt x="276606" y="0"/>
                  </a:moveTo>
                  <a:lnTo>
                    <a:pt x="226884" y="4455"/>
                  </a:lnTo>
                  <a:lnTo>
                    <a:pt x="180087" y="17303"/>
                  </a:lnTo>
                  <a:lnTo>
                    <a:pt x="136996" y="37761"/>
                  </a:lnTo>
                  <a:lnTo>
                    <a:pt x="98391" y="65049"/>
                  </a:lnTo>
                  <a:lnTo>
                    <a:pt x="65053" y="98385"/>
                  </a:lnTo>
                  <a:lnTo>
                    <a:pt x="37764" y="136990"/>
                  </a:lnTo>
                  <a:lnTo>
                    <a:pt x="17304" y="180082"/>
                  </a:lnTo>
                  <a:lnTo>
                    <a:pt x="4456" y="226881"/>
                  </a:lnTo>
                  <a:lnTo>
                    <a:pt x="0" y="276606"/>
                  </a:lnTo>
                  <a:lnTo>
                    <a:pt x="4456" y="326330"/>
                  </a:lnTo>
                  <a:lnTo>
                    <a:pt x="17304" y="373129"/>
                  </a:lnTo>
                  <a:lnTo>
                    <a:pt x="37764" y="416221"/>
                  </a:lnTo>
                  <a:lnTo>
                    <a:pt x="65053" y="454826"/>
                  </a:lnTo>
                  <a:lnTo>
                    <a:pt x="98391" y="488162"/>
                  </a:lnTo>
                  <a:lnTo>
                    <a:pt x="136996" y="515450"/>
                  </a:lnTo>
                  <a:lnTo>
                    <a:pt x="180087" y="535908"/>
                  </a:lnTo>
                  <a:lnTo>
                    <a:pt x="226884" y="548756"/>
                  </a:lnTo>
                  <a:lnTo>
                    <a:pt x="276606" y="553212"/>
                  </a:lnTo>
                  <a:lnTo>
                    <a:pt x="326330" y="548756"/>
                  </a:lnTo>
                  <a:lnTo>
                    <a:pt x="373129" y="535908"/>
                  </a:lnTo>
                  <a:lnTo>
                    <a:pt x="416221" y="515450"/>
                  </a:lnTo>
                  <a:lnTo>
                    <a:pt x="454826" y="488162"/>
                  </a:lnTo>
                  <a:lnTo>
                    <a:pt x="488162" y="454826"/>
                  </a:lnTo>
                  <a:lnTo>
                    <a:pt x="515450" y="416221"/>
                  </a:lnTo>
                  <a:lnTo>
                    <a:pt x="535908" y="373129"/>
                  </a:lnTo>
                  <a:lnTo>
                    <a:pt x="548756" y="326330"/>
                  </a:lnTo>
                  <a:lnTo>
                    <a:pt x="553212" y="276606"/>
                  </a:lnTo>
                  <a:lnTo>
                    <a:pt x="548756" y="226881"/>
                  </a:lnTo>
                  <a:lnTo>
                    <a:pt x="535908" y="180082"/>
                  </a:lnTo>
                  <a:lnTo>
                    <a:pt x="515450" y="136990"/>
                  </a:lnTo>
                  <a:lnTo>
                    <a:pt x="488162" y="98385"/>
                  </a:lnTo>
                  <a:lnTo>
                    <a:pt x="454826" y="65049"/>
                  </a:lnTo>
                  <a:lnTo>
                    <a:pt x="416221" y="37761"/>
                  </a:lnTo>
                  <a:lnTo>
                    <a:pt x="373129" y="17303"/>
                  </a:lnTo>
                  <a:lnTo>
                    <a:pt x="326330" y="4455"/>
                  </a:lnTo>
                  <a:lnTo>
                    <a:pt x="27660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51737" y="1642110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19">
                  <a:moveTo>
                    <a:pt x="0" y="276606"/>
                  </a:moveTo>
                  <a:lnTo>
                    <a:pt x="4456" y="226881"/>
                  </a:lnTo>
                  <a:lnTo>
                    <a:pt x="17304" y="180082"/>
                  </a:lnTo>
                  <a:lnTo>
                    <a:pt x="37764" y="136990"/>
                  </a:lnTo>
                  <a:lnTo>
                    <a:pt x="65053" y="98385"/>
                  </a:lnTo>
                  <a:lnTo>
                    <a:pt x="98391" y="65049"/>
                  </a:lnTo>
                  <a:lnTo>
                    <a:pt x="136996" y="37761"/>
                  </a:lnTo>
                  <a:lnTo>
                    <a:pt x="180087" y="17303"/>
                  </a:lnTo>
                  <a:lnTo>
                    <a:pt x="226884" y="4455"/>
                  </a:lnTo>
                  <a:lnTo>
                    <a:pt x="276606" y="0"/>
                  </a:lnTo>
                  <a:lnTo>
                    <a:pt x="326330" y="4455"/>
                  </a:lnTo>
                  <a:lnTo>
                    <a:pt x="373129" y="17303"/>
                  </a:lnTo>
                  <a:lnTo>
                    <a:pt x="416221" y="37761"/>
                  </a:lnTo>
                  <a:lnTo>
                    <a:pt x="454826" y="65049"/>
                  </a:lnTo>
                  <a:lnTo>
                    <a:pt x="488162" y="98385"/>
                  </a:lnTo>
                  <a:lnTo>
                    <a:pt x="515450" y="136990"/>
                  </a:lnTo>
                  <a:lnTo>
                    <a:pt x="535908" y="180082"/>
                  </a:lnTo>
                  <a:lnTo>
                    <a:pt x="548756" y="226881"/>
                  </a:lnTo>
                  <a:lnTo>
                    <a:pt x="553212" y="276606"/>
                  </a:lnTo>
                  <a:lnTo>
                    <a:pt x="548756" y="326330"/>
                  </a:lnTo>
                  <a:lnTo>
                    <a:pt x="535908" y="373129"/>
                  </a:lnTo>
                  <a:lnTo>
                    <a:pt x="515450" y="416221"/>
                  </a:lnTo>
                  <a:lnTo>
                    <a:pt x="488162" y="454826"/>
                  </a:lnTo>
                  <a:lnTo>
                    <a:pt x="454826" y="488162"/>
                  </a:lnTo>
                  <a:lnTo>
                    <a:pt x="416221" y="515450"/>
                  </a:lnTo>
                  <a:lnTo>
                    <a:pt x="373129" y="535908"/>
                  </a:lnTo>
                  <a:lnTo>
                    <a:pt x="326330" y="548756"/>
                  </a:lnTo>
                  <a:lnTo>
                    <a:pt x="276606" y="553212"/>
                  </a:lnTo>
                  <a:lnTo>
                    <a:pt x="226884" y="548756"/>
                  </a:lnTo>
                  <a:lnTo>
                    <a:pt x="180087" y="535908"/>
                  </a:lnTo>
                  <a:lnTo>
                    <a:pt x="136996" y="515450"/>
                  </a:lnTo>
                  <a:lnTo>
                    <a:pt x="98391" y="488162"/>
                  </a:lnTo>
                  <a:lnTo>
                    <a:pt x="65053" y="454826"/>
                  </a:lnTo>
                  <a:lnTo>
                    <a:pt x="37764" y="416221"/>
                  </a:lnTo>
                  <a:lnTo>
                    <a:pt x="17304" y="373129"/>
                  </a:lnTo>
                  <a:lnTo>
                    <a:pt x="4456" y="326330"/>
                  </a:lnTo>
                  <a:lnTo>
                    <a:pt x="0" y="276606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225296" y="2895600"/>
            <a:ext cx="561340" cy="958850"/>
            <a:chOff x="1225296" y="2895600"/>
            <a:chExt cx="561340" cy="958850"/>
          </a:xfrm>
        </p:grpSpPr>
        <p:sp>
          <p:nvSpPr>
            <p:cNvPr id="9" name="object 9" descr=""/>
            <p:cNvSpPr/>
            <p:nvPr/>
          </p:nvSpPr>
          <p:spPr>
            <a:xfrm>
              <a:off x="1413510" y="3019805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4" h="830579">
                  <a:moveTo>
                    <a:pt x="106934" y="0"/>
                  </a:moveTo>
                  <a:lnTo>
                    <a:pt x="77470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753110"/>
                  </a:lnTo>
                  <a:lnTo>
                    <a:pt x="6086" y="783270"/>
                  </a:lnTo>
                  <a:lnTo>
                    <a:pt x="22685" y="807894"/>
                  </a:lnTo>
                  <a:lnTo>
                    <a:pt x="47309" y="824493"/>
                  </a:lnTo>
                  <a:lnTo>
                    <a:pt x="77470" y="830580"/>
                  </a:lnTo>
                  <a:lnTo>
                    <a:pt x="106934" y="830580"/>
                  </a:lnTo>
                  <a:lnTo>
                    <a:pt x="137094" y="824493"/>
                  </a:lnTo>
                  <a:lnTo>
                    <a:pt x="161718" y="807894"/>
                  </a:lnTo>
                  <a:lnTo>
                    <a:pt x="178317" y="783270"/>
                  </a:lnTo>
                  <a:lnTo>
                    <a:pt x="184403" y="753110"/>
                  </a:lnTo>
                  <a:lnTo>
                    <a:pt x="184403" y="77470"/>
                  </a:lnTo>
                  <a:lnTo>
                    <a:pt x="178317" y="47309"/>
                  </a:lnTo>
                  <a:lnTo>
                    <a:pt x="161718" y="22685"/>
                  </a:lnTo>
                  <a:lnTo>
                    <a:pt x="137094" y="6086"/>
                  </a:lnTo>
                  <a:lnTo>
                    <a:pt x="106934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3510" y="3019805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4" h="830579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70" y="0"/>
                  </a:lnTo>
                  <a:lnTo>
                    <a:pt x="106934" y="0"/>
                  </a:lnTo>
                  <a:lnTo>
                    <a:pt x="137094" y="6086"/>
                  </a:lnTo>
                  <a:lnTo>
                    <a:pt x="161718" y="22685"/>
                  </a:lnTo>
                  <a:lnTo>
                    <a:pt x="178317" y="47309"/>
                  </a:lnTo>
                  <a:lnTo>
                    <a:pt x="184403" y="77470"/>
                  </a:lnTo>
                  <a:lnTo>
                    <a:pt x="184403" y="753110"/>
                  </a:lnTo>
                  <a:lnTo>
                    <a:pt x="178317" y="783270"/>
                  </a:lnTo>
                  <a:lnTo>
                    <a:pt x="161718" y="807894"/>
                  </a:lnTo>
                  <a:lnTo>
                    <a:pt x="137094" y="824493"/>
                  </a:lnTo>
                  <a:lnTo>
                    <a:pt x="106934" y="830580"/>
                  </a:lnTo>
                  <a:lnTo>
                    <a:pt x="77470" y="830580"/>
                  </a:lnTo>
                  <a:lnTo>
                    <a:pt x="47309" y="824493"/>
                  </a:lnTo>
                  <a:lnTo>
                    <a:pt x="22685" y="807894"/>
                  </a:lnTo>
                  <a:lnTo>
                    <a:pt x="6086" y="783270"/>
                  </a:lnTo>
                  <a:lnTo>
                    <a:pt x="0" y="753110"/>
                  </a:lnTo>
                  <a:lnTo>
                    <a:pt x="0" y="77470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29106" y="2899410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276606" y="0"/>
                  </a:moveTo>
                  <a:lnTo>
                    <a:pt x="226881" y="4455"/>
                  </a:lnTo>
                  <a:lnTo>
                    <a:pt x="180082" y="17303"/>
                  </a:lnTo>
                  <a:lnTo>
                    <a:pt x="136990" y="37761"/>
                  </a:lnTo>
                  <a:lnTo>
                    <a:pt x="98385" y="65049"/>
                  </a:lnTo>
                  <a:lnTo>
                    <a:pt x="65049" y="98385"/>
                  </a:lnTo>
                  <a:lnTo>
                    <a:pt x="37761" y="136990"/>
                  </a:lnTo>
                  <a:lnTo>
                    <a:pt x="17303" y="180082"/>
                  </a:lnTo>
                  <a:lnTo>
                    <a:pt x="4455" y="226881"/>
                  </a:lnTo>
                  <a:lnTo>
                    <a:pt x="0" y="276605"/>
                  </a:lnTo>
                  <a:lnTo>
                    <a:pt x="4455" y="326330"/>
                  </a:lnTo>
                  <a:lnTo>
                    <a:pt x="17303" y="373129"/>
                  </a:lnTo>
                  <a:lnTo>
                    <a:pt x="37761" y="416221"/>
                  </a:lnTo>
                  <a:lnTo>
                    <a:pt x="65049" y="454826"/>
                  </a:lnTo>
                  <a:lnTo>
                    <a:pt x="98385" y="488162"/>
                  </a:lnTo>
                  <a:lnTo>
                    <a:pt x="136990" y="515450"/>
                  </a:lnTo>
                  <a:lnTo>
                    <a:pt x="180082" y="535908"/>
                  </a:lnTo>
                  <a:lnTo>
                    <a:pt x="226881" y="548756"/>
                  </a:lnTo>
                  <a:lnTo>
                    <a:pt x="276606" y="553212"/>
                  </a:lnTo>
                  <a:lnTo>
                    <a:pt x="326330" y="548756"/>
                  </a:lnTo>
                  <a:lnTo>
                    <a:pt x="373129" y="535908"/>
                  </a:lnTo>
                  <a:lnTo>
                    <a:pt x="416221" y="515450"/>
                  </a:lnTo>
                  <a:lnTo>
                    <a:pt x="454826" y="488162"/>
                  </a:lnTo>
                  <a:lnTo>
                    <a:pt x="488162" y="454826"/>
                  </a:lnTo>
                  <a:lnTo>
                    <a:pt x="515450" y="416221"/>
                  </a:lnTo>
                  <a:lnTo>
                    <a:pt x="535908" y="373129"/>
                  </a:lnTo>
                  <a:lnTo>
                    <a:pt x="548756" y="326330"/>
                  </a:lnTo>
                  <a:lnTo>
                    <a:pt x="553212" y="276605"/>
                  </a:lnTo>
                  <a:lnTo>
                    <a:pt x="548756" y="226881"/>
                  </a:lnTo>
                  <a:lnTo>
                    <a:pt x="535908" y="180082"/>
                  </a:lnTo>
                  <a:lnTo>
                    <a:pt x="515450" y="136990"/>
                  </a:lnTo>
                  <a:lnTo>
                    <a:pt x="488162" y="98385"/>
                  </a:lnTo>
                  <a:lnTo>
                    <a:pt x="454826" y="65049"/>
                  </a:lnTo>
                  <a:lnTo>
                    <a:pt x="416221" y="37761"/>
                  </a:lnTo>
                  <a:lnTo>
                    <a:pt x="373129" y="17303"/>
                  </a:lnTo>
                  <a:lnTo>
                    <a:pt x="326330" y="4455"/>
                  </a:lnTo>
                  <a:lnTo>
                    <a:pt x="27660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29106" y="2899410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0" y="276605"/>
                  </a:moveTo>
                  <a:lnTo>
                    <a:pt x="4455" y="226881"/>
                  </a:lnTo>
                  <a:lnTo>
                    <a:pt x="17303" y="180082"/>
                  </a:lnTo>
                  <a:lnTo>
                    <a:pt x="37761" y="136990"/>
                  </a:lnTo>
                  <a:lnTo>
                    <a:pt x="65049" y="98385"/>
                  </a:lnTo>
                  <a:lnTo>
                    <a:pt x="98385" y="65049"/>
                  </a:lnTo>
                  <a:lnTo>
                    <a:pt x="136990" y="37761"/>
                  </a:lnTo>
                  <a:lnTo>
                    <a:pt x="180082" y="17303"/>
                  </a:lnTo>
                  <a:lnTo>
                    <a:pt x="226881" y="4455"/>
                  </a:lnTo>
                  <a:lnTo>
                    <a:pt x="276606" y="0"/>
                  </a:lnTo>
                  <a:lnTo>
                    <a:pt x="326330" y="4455"/>
                  </a:lnTo>
                  <a:lnTo>
                    <a:pt x="373129" y="17303"/>
                  </a:lnTo>
                  <a:lnTo>
                    <a:pt x="416221" y="37761"/>
                  </a:lnTo>
                  <a:lnTo>
                    <a:pt x="454826" y="65049"/>
                  </a:lnTo>
                  <a:lnTo>
                    <a:pt x="488162" y="98385"/>
                  </a:lnTo>
                  <a:lnTo>
                    <a:pt x="515450" y="136990"/>
                  </a:lnTo>
                  <a:lnTo>
                    <a:pt x="535908" y="180082"/>
                  </a:lnTo>
                  <a:lnTo>
                    <a:pt x="548756" y="226881"/>
                  </a:lnTo>
                  <a:lnTo>
                    <a:pt x="553212" y="276605"/>
                  </a:lnTo>
                  <a:lnTo>
                    <a:pt x="548756" y="326330"/>
                  </a:lnTo>
                  <a:lnTo>
                    <a:pt x="535908" y="373129"/>
                  </a:lnTo>
                  <a:lnTo>
                    <a:pt x="515450" y="416221"/>
                  </a:lnTo>
                  <a:lnTo>
                    <a:pt x="488162" y="454826"/>
                  </a:lnTo>
                  <a:lnTo>
                    <a:pt x="454826" y="488162"/>
                  </a:lnTo>
                  <a:lnTo>
                    <a:pt x="416221" y="515450"/>
                  </a:lnTo>
                  <a:lnTo>
                    <a:pt x="373129" y="535908"/>
                  </a:lnTo>
                  <a:lnTo>
                    <a:pt x="326330" y="548756"/>
                  </a:lnTo>
                  <a:lnTo>
                    <a:pt x="276606" y="553212"/>
                  </a:lnTo>
                  <a:lnTo>
                    <a:pt x="226881" y="548756"/>
                  </a:lnTo>
                  <a:lnTo>
                    <a:pt x="180082" y="535908"/>
                  </a:lnTo>
                  <a:lnTo>
                    <a:pt x="136990" y="515450"/>
                  </a:lnTo>
                  <a:lnTo>
                    <a:pt x="98385" y="488162"/>
                  </a:lnTo>
                  <a:lnTo>
                    <a:pt x="65049" y="454826"/>
                  </a:lnTo>
                  <a:lnTo>
                    <a:pt x="37761" y="416221"/>
                  </a:lnTo>
                  <a:lnTo>
                    <a:pt x="17303" y="373129"/>
                  </a:lnTo>
                  <a:lnTo>
                    <a:pt x="4455" y="326330"/>
                  </a:lnTo>
                  <a:lnTo>
                    <a:pt x="0" y="276605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501139" y="4151376"/>
            <a:ext cx="561340" cy="960119"/>
            <a:chOff x="1501139" y="4151376"/>
            <a:chExt cx="561340" cy="960119"/>
          </a:xfrm>
        </p:grpSpPr>
        <p:sp>
          <p:nvSpPr>
            <p:cNvPr id="14" name="object 14" descr=""/>
            <p:cNvSpPr/>
            <p:nvPr/>
          </p:nvSpPr>
          <p:spPr>
            <a:xfrm>
              <a:off x="1689353" y="4277106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5" h="830579">
                  <a:moveTo>
                    <a:pt x="106933" y="0"/>
                  </a:moveTo>
                  <a:lnTo>
                    <a:pt x="77469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753110"/>
                  </a:lnTo>
                  <a:lnTo>
                    <a:pt x="6086" y="783270"/>
                  </a:lnTo>
                  <a:lnTo>
                    <a:pt x="22685" y="807894"/>
                  </a:lnTo>
                  <a:lnTo>
                    <a:pt x="47309" y="824493"/>
                  </a:lnTo>
                  <a:lnTo>
                    <a:pt x="77469" y="830580"/>
                  </a:lnTo>
                  <a:lnTo>
                    <a:pt x="106933" y="830580"/>
                  </a:lnTo>
                  <a:lnTo>
                    <a:pt x="137094" y="824493"/>
                  </a:lnTo>
                  <a:lnTo>
                    <a:pt x="161718" y="807894"/>
                  </a:lnTo>
                  <a:lnTo>
                    <a:pt x="178317" y="783270"/>
                  </a:lnTo>
                  <a:lnTo>
                    <a:pt x="184403" y="753110"/>
                  </a:lnTo>
                  <a:lnTo>
                    <a:pt x="184403" y="77470"/>
                  </a:lnTo>
                  <a:lnTo>
                    <a:pt x="178317" y="47309"/>
                  </a:lnTo>
                  <a:lnTo>
                    <a:pt x="161718" y="22685"/>
                  </a:lnTo>
                  <a:lnTo>
                    <a:pt x="137094" y="6086"/>
                  </a:lnTo>
                  <a:lnTo>
                    <a:pt x="10693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89353" y="4277106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5" h="830579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69" y="0"/>
                  </a:lnTo>
                  <a:lnTo>
                    <a:pt x="106933" y="0"/>
                  </a:lnTo>
                  <a:lnTo>
                    <a:pt x="137094" y="6086"/>
                  </a:lnTo>
                  <a:lnTo>
                    <a:pt x="161718" y="22685"/>
                  </a:lnTo>
                  <a:lnTo>
                    <a:pt x="178317" y="47309"/>
                  </a:lnTo>
                  <a:lnTo>
                    <a:pt x="184403" y="77470"/>
                  </a:lnTo>
                  <a:lnTo>
                    <a:pt x="184403" y="753110"/>
                  </a:lnTo>
                  <a:lnTo>
                    <a:pt x="178317" y="783270"/>
                  </a:lnTo>
                  <a:lnTo>
                    <a:pt x="161718" y="807894"/>
                  </a:lnTo>
                  <a:lnTo>
                    <a:pt x="137094" y="824493"/>
                  </a:lnTo>
                  <a:lnTo>
                    <a:pt x="106933" y="830580"/>
                  </a:lnTo>
                  <a:lnTo>
                    <a:pt x="77469" y="830580"/>
                  </a:lnTo>
                  <a:lnTo>
                    <a:pt x="47309" y="824493"/>
                  </a:lnTo>
                  <a:lnTo>
                    <a:pt x="22685" y="807894"/>
                  </a:lnTo>
                  <a:lnTo>
                    <a:pt x="6086" y="783270"/>
                  </a:lnTo>
                  <a:lnTo>
                    <a:pt x="0" y="753110"/>
                  </a:lnTo>
                  <a:lnTo>
                    <a:pt x="0" y="77470"/>
                  </a:lnTo>
                  <a:close/>
                </a:path>
              </a:pathLst>
            </a:custGeom>
            <a:ln w="761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04949" y="4155186"/>
              <a:ext cx="553720" cy="554990"/>
            </a:xfrm>
            <a:custGeom>
              <a:avLst/>
              <a:gdLst/>
              <a:ahLst/>
              <a:cxnLst/>
              <a:rect l="l" t="t" r="r" b="b"/>
              <a:pathLst>
                <a:path w="553719" h="554989">
                  <a:moveTo>
                    <a:pt x="276606" y="0"/>
                  </a:moveTo>
                  <a:lnTo>
                    <a:pt x="226881" y="4455"/>
                  </a:lnTo>
                  <a:lnTo>
                    <a:pt x="180082" y="17303"/>
                  </a:lnTo>
                  <a:lnTo>
                    <a:pt x="136990" y="37761"/>
                  </a:lnTo>
                  <a:lnTo>
                    <a:pt x="98385" y="65049"/>
                  </a:lnTo>
                  <a:lnTo>
                    <a:pt x="65049" y="98385"/>
                  </a:lnTo>
                  <a:lnTo>
                    <a:pt x="37761" y="136990"/>
                  </a:lnTo>
                  <a:lnTo>
                    <a:pt x="17303" y="180082"/>
                  </a:lnTo>
                  <a:lnTo>
                    <a:pt x="4455" y="226881"/>
                  </a:lnTo>
                  <a:lnTo>
                    <a:pt x="0" y="276605"/>
                  </a:lnTo>
                  <a:lnTo>
                    <a:pt x="0" y="278129"/>
                  </a:lnTo>
                  <a:lnTo>
                    <a:pt x="4455" y="327854"/>
                  </a:lnTo>
                  <a:lnTo>
                    <a:pt x="17303" y="374653"/>
                  </a:lnTo>
                  <a:lnTo>
                    <a:pt x="37761" y="417745"/>
                  </a:lnTo>
                  <a:lnTo>
                    <a:pt x="65049" y="456350"/>
                  </a:lnTo>
                  <a:lnTo>
                    <a:pt x="98385" y="489686"/>
                  </a:lnTo>
                  <a:lnTo>
                    <a:pt x="136990" y="516974"/>
                  </a:lnTo>
                  <a:lnTo>
                    <a:pt x="180082" y="537432"/>
                  </a:lnTo>
                  <a:lnTo>
                    <a:pt x="226881" y="550280"/>
                  </a:lnTo>
                  <a:lnTo>
                    <a:pt x="276606" y="554736"/>
                  </a:lnTo>
                  <a:lnTo>
                    <a:pt x="326330" y="550280"/>
                  </a:lnTo>
                  <a:lnTo>
                    <a:pt x="373129" y="537432"/>
                  </a:lnTo>
                  <a:lnTo>
                    <a:pt x="416221" y="516974"/>
                  </a:lnTo>
                  <a:lnTo>
                    <a:pt x="454826" y="489686"/>
                  </a:lnTo>
                  <a:lnTo>
                    <a:pt x="488162" y="456350"/>
                  </a:lnTo>
                  <a:lnTo>
                    <a:pt x="515450" y="417745"/>
                  </a:lnTo>
                  <a:lnTo>
                    <a:pt x="535908" y="374653"/>
                  </a:lnTo>
                  <a:lnTo>
                    <a:pt x="548756" y="327854"/>
                  </a:lnTo>
                  <a:lnTo>
                    <a:pt x="553212" y="278129"/>
                  </a:lnTo>
                  <a:lnTo>
                    <a:pt x="553212" y="276605"/>
                  </a:lnTo>
                  <a:lnTo>
                    <a:pt x="548756" y="226881"/>
                  </a:lnTo>
                  <a:lnTo>
                    <a:pt x="535908" y="180082"/>
                  </a:lnTo>
                  <a:lnTo>
                    <a:pt x="515450" y="136990"/>
                  </a:lnTo>
                  <a:lnTo>
                    <a:pt x="488162" y="98385"/>
                  </a:lnTo>
                  <a:lnTo>
                    <a:pt x="454826" y="65049"/>
                  </a:lnTo>
                  <a:lnTo>
                    <a:pt x="416221" y="37761"/>
                  </a:lnTo>
                  <a:lnTo>
                    <a:pt x="373129" y="17303"/>
                  </a:lnTo>
                  <a:lnTo>
                    <a:pt x="326330" y="4455"/>
                  </a:lnTo>
                  <a:lnTo>
                    <a:pt x="27660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04949" y="4155186"/>
              <a:ext cx="553720" cy="554990"/>
            </a:xfrm>
            <a:custGeom>
              <a:avLst/>
              <a:gdLst/>
              <a:ahLst/>
              <a:cxnLst/>
              <a:rect l="l" t="t" r="r" b="b"/>
              <a:pathLst>
                <a:path w="553719" h="554989">
                  <a:moveTo>
                    <a:pt x="0" y="276605"/>
                  </a:moveTo>
                  <a:lnTo>
                    <a:pt x="4455" y="226881"/>
                  </a:lnTo>
                  <a:lnTo>
                    <a:pt x="17303" y="180082"/>
                  </a:lnTo>
                  <a:lnTo>
                    <a:pt x="37761" y="136990"/>
                  </a:lnTo>
                  <a:lnTo>
                    <a:pt x="65049" y="98385"/>
                  </a:lnTo>
                  <a:lnTo>
                    <a:pt x="98385" y="65049"/>
                  </a:lnTo>
                  <a:lnTo>
                    <a:pt x="136990" y="37761"/>
                  </a:lnTo>
                  <a:lnTo>
                    <a:pt x="180082" y="17303"/>
                  </a:lnTo>
                  <a:lnTo>
                    <a:pt x="226881" y="4455"/>
                  </a:lnTo>
                  <a:lnTo>
                    <a:pt x="276606" y="0"/>
                  </a:lnTo>
                  <a:lnTo>
                    <a:pt x="326330" y="4455"/>
                  </a:lnTo>
                  <a:lnTo>
                    <a:pt x="373129" y="17303"/>
                  </a:lnTo>
                  <a:lnTo>
                    <a:pt x="416221" y="37761"/>
                  </a:lnTo>
                  <a:lnTo>
                    <a:pt x="454826" y="65049"/>
                  </a:lnTo>
                  <a:lnTo>
                    <a:pt x="488162" y="98385"/>
                  </a:lnTo>
                  <a:lnTo>
                    <a:pt x="515450" y="136990"/>
                  </a:lnTo>
                  <a:lnTo>
                    <a:pt x="535908" y="180082"/>
                  </a:lnTo>
                  <a:lnTo>
                    <a:pt x="548756" y="226881"/>
                  </a:lnTo>
                  <a:lnTo>
                    <a:pt x="553212" y="276605"/>
                  </a:lnTo>
                  <a:lnTo>
                    <a:pt x="553212" y="278129"/>
                  </a:lnTo>
                  <a:lnTo>
                    <a:pt x="548756" y="327854"/>
                  </a:lnTo>
                  <a:lnTo>
                    <a:pt x="535908" y="374653"/>
                  </a:lnTo>
                  <a:lnTo>
                    <a:pt x="515450" y="417745"/>
                  </a:lnTo>
                  <a:lnTo>
                    <a:pt x="488162" y="456350"/>
                  </a:lnTo>
                  <a:lnTo>
                    <a:pt x="454826" y="489686"/>
                  </a:lnTo>
                  <a:lnTo>
                    <a:pt x="416221" y="516974"/>
                  </a:lnTo>
                  <a:lnTo>
                    <a:pt x="373129" y="537432"/>
                  </a:lnTo>
                  <a:lnTo>
                    <a:pt x="326330" y="550280"/>
                  </a:lnTo>
                  <a:lnTo>
                    <a:pt x="276606" y="554736"/>
                  </a:lnTo>
                  <a:lnTo>
                    <a:pt x="226881" y="550280"/>
                  </a:lnTo>
                  <a:lnTo>
                    <a:pt x="180082" y="537432"/>
                  </a:lnTo>
                  <a:lnTo>
                    <a:pt x="136990" y="516974"/>
                  </a:lnTo>
                  <a:lnTo>
                    <a:pt x="98385" y="489686"/>
                  </a:lnTo>
                  <a:lnTo>
                    <a:pt x="65049" y="456350"/>
                  </a:lnTo>
                  <a:lnTo>
                    <a:pt x="37761" y="417745"/>
                  </a:lnTo>
                  <a:lnTo>
                    <a:pt x="17303" y="374653"/>
                  </a:lnTo>
                  <a:lnTo>
                    <a:pt x="4455" y="327854"/>
                  </a:lnTo>
                  <a:lnTo>
                    <a:pt x="0" y="278129"/>
                  </a:lnTo>
                  <a:lnTo>
                    <a:pt x="0" y="276605"/>
                  </a:lnTo>
                  <a:close/>
                </a:path>
              </a:pathLst>
            </a:custGeom>
            <a:ln w="761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1778507" y="5408676"/>
            <a:ext cx="561340" cy="958850"/>
            <a:chOff x="1778507" y="5408676"/>
            <a:chExt cx="561340" cy="958850"/>
          </a:xfrm>
        </p:grpSpPr>
        <p:sp>
          <p:nvSpPr>
            <p:cNvPr id="19" name="object 19" descr=""/>
            <p:cNvSpPr/>
            <p:nvPr/>
          </p:nvSpPr>
          <p:spPr>
            <a:xfrm>
              <a:off x="1966721" y="5534406"/>
              <a:ext cx="184785" cy="829310"/>
            </a:xfrm>
            <a:custGeom>
              <a:avLst/>
              <a:gdLst/>
              <a:ahLst/>
              <a:cxnLst/>
              <a:rect l="l" t="t" r="r" b="b"/>
              <a:pathLst>
                <a:path w="184785" h="829310">
                  <a:moveTo>
                    <a:pt x="106933" y="0"/>
                  </a:moveTo>
                  <a:lnTo>
                    <a:pt x="77469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751586"/>
                  </a:lnTo>
                  <a:lnTo>
                    <a:pt x="6086" y="781746"/>
                  </a:lnTo>
                  <a:lnTo>
                    <a:pt x="22685" y="806370"/>
                  </a:lnTo>
                  <a:lnTo>
                    <a:pt x="47309" y="822969"/>
                  </a:lnTo>
                  <a:lnTo>
                    <a:pt x="77469" y="829056"/>
                  </a:lnTo>
                  <a:lnTo>
                    <a:pt x="106933" y="829056"/>
                  </a:lnTo>
                  <a:lnTo>
                    <a:pt x="137094" y="822969"/>
                  </a:lnTo>
                  <a:lnTo>
                    <a:pt x="161718" y="806370"/>
                  </a:lnTo>
                  <a:lnTo>
                    <a:pt x="178317" y="781746"/>
                  </a:lnTo>
                  <a:lnTo>
                    <a:pt x="184403" y="751586"/>
                  </a:lnTo>
                  <a:lnTo>
                    <a:pt x="184403" y="77470"/>
                  </a:lnTo>
                  <a:lnTo>
                    <a:pt x="178317" y="47309"/>
                  </a:lnTo>
                  <a:lnTo>
                    <a:pt x="161718" y="22685"/>
                  </a:lnTo>
                  <a:lnTo>
                    <a:pt x="137094" y="6086"/>
                  </a:lnTo>
                  <a:lnTo>
                    <a:pt x="10693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66721" y="5534406"/>
              <a:ext cx="184785" cy="829310"/>
            </a:xfrm>
            <a:custGeom>
              <a:avLst/>
              <a:gdLst/>
              <a:ahLst/>
              <a:cxnLst/>
              <a:rect l="l" t="t" r="r" b="b"/>
              <a:pathLst>
                <a:path w="184785" h="829310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69" y="0"/>
                  </a:lnTo>
                  <a:lnTo>
                    <a:pt x="106933" y="0"/>
                  </a:lnTo>
                  <a:lnTo>
                    <a:pt x="137094" y="6086"/>
                  </a:lnTo>
                  <a:lnTo>
                    <a:pt x="161718" y="22685"/>
                  </a:lnTo>
                  <a:lnTo>
                    <a:pt x="178317" y="47309"/>
                  </a:lnTo>
                  <a:lnTo>
                    <a:pt x="184403" y="77470"/>
                  </a:lnTo>
                  <a:lnTo>
                    <a:pt x="184403" y="751586"/>
                  </a:lnTo>
                  <a:lnTo>
                    <a:pt x="178317" y="781746"/>
                  </a:lnTo>
                  <a:lnTo>
                    <a:pt x="161718" y="806370"/>
                  </a:lnTo>
                  <a:lnTo>
                    <a:pt x="137094" y="822969"/>
                  </a:lnTo>
                  <a:lnTo>
                    <a:pt x="106933" y="829056"/>
                  </a:lnTo>
                  <a:lnTo>
                    <a:pt x="77469" y="829056"/>
                  </a:lnTo>
                  <a:lnTo>
                    <a:pt x="47309" y="822969"/>
                  </a:lnTo>
                  <a:lnTo>
                    <a:pt x="22685" y="806370"/>
                  </a:lnTo>
                  <a:lnTo>
                    <a:pt x="6086" y="781746"/>
                  </a:lnTo>
                  <a:lnTo>
                    <a:pt x="0" y="751586"/>
                  </a:lnTo>
                  <a:lnTo>
                    <a:pt x="0" y="77470"/>
                  </a:lnTo>
                  <a:close/>
                </a:path>
              </a:pathLst>
            </a:custGeom>
            <a:ln w="761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82317" y="5412486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276606" y="0"/>
                  </a:moveTo>
                  <a:lnTo>
                    <a:pt x="226881" y="4455"/>
                  </a:lnTo>
                  <a:lnTo>
                    <a:pt x="180082" y="17303"/>
                  </a:lnTo>
                  <a:lnTo>
                    <a:pt x="136990" y="37761"/>
                  </a:lnTo>
                  <a:lnTo>
                    <a:pt x="98385" y="65049"/>
                  </a:lnTo>
                  <a:lnTo>
                    <a:pt x="65049" y="98385"/>
                  </a:lnTo>
                  <a:lnTo>
                    <a:pt x="37761" y="136990"/>
                  </a:lnTo>
                  <a:lnTo>
                    <a:pt x="17303" y="180082"/>
                  </a:lnTo>
                  <a:lnTo>
                    <a:pt x="4455" y="226881"/>
                  </a:lnTo>
                  <a:lnTo>
                    <a:pt x="0" y="276606"/>
                  </a:lnTo>
                  <a:lnTo>
                    <a:pt x="4455" y="326330"/>
                  </a:lnTo>
                  <a:lnTo>
                    <a:pt x="17303" y="373129"/>
                  </a:lnTo>
                  <a:lnTo>
                    <a:pt x="37761" y="416221"/>
                  </a:lnTo>
                  <a:lnTo>
                    <a:pt x="65049" y="454826"/>
                  </a:lnTo>
                  <a:lnTo>
                    <a:pt x="98385" y="488162"/>
                  </a:lnTo>
                  <a:lnTo>
                    <a:pt x="136990" y="515450"/>
                  </a:lnTo>
                  <a:lnTo>
                    <a:pt x="180082" y="535908"/>
                  </a:lnTo>
                  <a:lnTo>
                    <a:pt x="226881" y="548756"/>
                  </a:lnTo>
                  <a:lnTo>
                    <a:pt x="276606" y="553212"/>
                  </a:lnTo>
                  <a:lnTo>
                    <a:pt x="326330" y="548756"/>
                  </a:lnTo>
                  <a:lnTo>
                    <a:pt x="373129" y="535908"/>
                  </a:lnTo>
                  <a:lnTo>
                    <a:pt x="416221" y="515450"/>
                  </a:lnTo>
                  <a:lnTo>
                    <a:pt x="454826" y="488162"/>
                  </a:lnTo>
                  <a:lnTo>
                    <a:pt x="488162" y="454826"/>
                  </a:lnTo>
                  <a:lnTo>
                    <a:pt x="515450" y="416221"/>
                  </a:lnTo>
                  <a:lnTo>
                    <a:pt x="535908" y="373129"/>
                  </a:lnTo>
                  <a:lnTo>
                    <a:pt x="548756" y="326330"/>
                  </a:lnTo>
                  <a:lnTo>
                    <a:pt x="553212" y="276606"/>
                  </a:lnTo>
                  <a:lnTo>
                    <a:pt x="548756" y="226881"/>
                  </a:lnTo>
                  <a:lnTo>
                    <a:pt x="535908" y="180082"/>
                  </a:lnTo>
                  <a:lnTo>
                    <a:pt x="515450" y="136990"/>
                  </a:lnTo>
                  <a:lnTo>
                    <a:pt x="488162" y="98385"/>
                  </a:lnTo>
                  <a:lnTo>
                    <a:pt x="454826" y="65049"/>
                  </a:lnTo>
                  <a:lnTo>
                    <a:pt x="416221" y="37761"/>
                  </a:lnTo>
                  <a:lnTo>
                    <a:pt x="373129" y="17303"/>
                  </a:lnTo>
                  <a:lnTo>
                    <a:pt x="326330" y="4455"/>
                  </a:lnTo>
                  <a:lnTo>
                    <a:pt x="27660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82317" y="5412486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0" y="276606"/>
                  </a:moveTo>
                  <a:lnTo>
                    <a:pt x="4455" y="226881"/>
                  </a:lnTo>
                  <a:lnTo>
                    <a:pt x="17303" y="180082"/>
                  </a:lnTo>
                  <a:lnTo>
                    <a:pt x="37761" y="136990"/>
                  </a:lnTo>
                  <a:lnTo>
                    <a:pt x="65049" y="98385"/>
                  </a:lnTo>
                  <a:lnTo>
                    <a:pt x="98385" y="65049"/>
                  </a:lnTo>
                  <a:lnTo>
                    <a:pt x="136990" y="37761"/>
                  </a:lnTo>
                  <a:lnTo>
                    <a:pt x="180082" y="17303"/>
                  </a:lnTo>
                  <a:lnTo>
                    <a:pt x="226881" y="4455"/>
                  </a:lnTo>
                  <a:lnTo>
                    <a:pt x="276606" y="0"/>
                  </a:lnTo>
                  <a:lnTo>
                    <a:pt x="326330" y="4455"/>
                  </a:lnTo>
                  <a:lnTo>
                    <a:pt x="373129" y="17303"/>
                  </a:lnTo>
                  <a:lnTo>
                    <a:pt x="416221" y="37761"/>
                  </a:lnTo>
                  <a:lnTo>
                    <a:pt x="454826" y="65049"/>
                  </a:lnTo>
                  <a:lnTo>
                    <a:pt x="488162" y="98385"/>
                  </a:lnTo>
                  <a:lnTo>
                    <a:pt x="515450" y="136990"/>
                  </a:lnTo>
                  <a:lnTo>
                    <a:pt x="535908" y="180082"/>
                  </a:lnTo>
                  <a:lnTo>
                    <a:pt x="548756" y="226881"/>
                  </a:lnTo>
                  <a:lnTo>
                    <a:pt x="553212" y="276606"/>
                  </a:lnTo>
                  <a:lnTo>
                    <a:pt x="548756" y="326330"/>
                  </a:lnTo>
                  <a:lnTo>
                    <a:pt x="535908" y="373129"/>
                  </a:lnTo>
                  <a:lnTo>
                    <a:pt x="515450" y="416221"/>
                  </a:lnTo>
                  <a:lnTo>
                    <a:pt x="488162" y="454826"/>
                  </a:lnTo>
                  <a:lnTo>
                    <a:pt x="454826" y="488162"/>
                  </a:lnTo>
                  <a:lnTo>
                    <a:pt x="416221" y="515450"/>
                  </a:lnTo>
                  <a:lnTo>
                    <a:pt x="373129" y="535908"/>
                  </a:lnTo>
                  <a:lnTo>
                    <a:pt x="326330" y="548756"/>
                  </a:lnTo>
                  <a:lnTo>
                    <a:pt x="276606" y="553212"/>
                  </a:lnTo>
                  <a:lnTo>
                    <a:pt x="226881" y="548756"/>
                  </a:lnTo>
                  <a:lnTo>
                    <a:pt x="180082" y="535908"/>
                  </a:lnTo>
                  <a:lnTo>
                    <a:pt x="136990" y="515450"/>
                  </a:lnTo>
                  <a:lnTo>
                    <a:pt x="98385" y="488162"/>
                  </a:lnTo>
                  <a:lnTo>
                    <a:pt x="65049" y="454826"/>
                  </a:lnTo>
                  <a:lnTo>
                    <a:pt x="37761" y="416221"/>
                  </a:lnTo>
                  <a:lnTo>
                    <a:pt x="17303" y="373129"/>
                  </a:lnTo>
                  <a:lnTo>
                    <a:pt x="4455" y="326330"/>
                  </a:lnTo>
                  <a:lnTo>
                    <a:pt x="0" y="276606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501139" y="6665976"/>
            <a:ext cx="561340" cy="958850"/>
            <a:chOff x="1501139" y="6665976"/>
            <a:chExt cx="561340" cy="958850"/>
          </a:xfrm>
        </p:grpSpPr>
        <p:sp>
          <p:nvSpPr>
            <p:cNvPr id="24" name="object 24" descr=""/>
            <p:cNvSpPr/>
            <p:nvPr/>
          </p:nvSpPr>
          <p:spPr>
            <a:xfrm>
              <a:off x="1689353" y="6790182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5" h="830579">
                  <a:moveTo>
                    <a:pt x="106933" y="0"/>
                  </a:moveTo>
                  <a:lnTo>
                    <a:pt x="77469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753110"/>
                  </a:lnTo>
                  <a:lnTo>
                    <a:pt x="6086" y="783265"/>
                  </a:lnTo>
                  <a:lnTo>
                    <a:pt x="22685" y="807889"/>
                  </a:lnTo>
                  <a:lnTo>
                    <a:pt x="47309" y="824492"/>
                  </a:lnTo>
                  <a:lnTo>
                    <a:pt x="77469" y="830580"/>
                  </a:lnTo>
                  <a:lnTo>
                    <a:pt x="106933" y="830580"/>
                  </a:lnTo>
                  <a:lnTo>
                    <a:pt x="137094" y="824492"/>
                  </a:lnTo>
                  <a:lnTo>
                    <a:pt x="161718" y="807889"/>
                  </a:lnTo>
                  <a:lnTo>
                    <a:pt x="178317" y="783265"/>
                  </a:lnTo>
                  <a:lnTo>
                    <a:pt x="184403" y="753110"/>
                  </a:lnTo>
                  <a:lnTo>
                    <a:pt x="184403" y="77470"/>
                  </a:lnTo>
                  <a:lnTo>
                    <a:pt x="178317" y="47309"/>
                  </a:lnTo>
                  <a:lnTo>
                    <a:pt x="161718" y="22685"/>
                  </a:lnTo>
                  <a:lnTo>
                    <a:pt x="137094" y="6086"/>
                  </a:lnTo>
                  <a:lnTo>
                    <a:pt x="10693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689353" y="6790182"/>
              <a:ext cx="184785" cy="830580"/>
            </a:xfrm>
            <a:custGeom>
              <a:avLst/>
              <a:gdLst/>
              <a:ahLst/>
              <a:cxnLst/>
              <a:rect l="l" t="t" r="r" b="b"/>
              <a:pathLst>
                <a:path w="184785" h="830579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69" y="0"/>
                  </a:lnTo>
                  <a:lnTo>
                    <a:pt x="106933" y="0"/>
                  </a:lnTo>
                  <a:lnTo>
                    <a:pt x="137094" y="6086"/>
                  </a:lnTo>
                  <a:lnTo>
                    <a:pt x="161718" y="22685"/>
                  </a:lnTo>
                  <a:lnTo>
                    <a:pt x="178317" y="47309"/>
                  </a:lnTo>
                  <a:lnTo>
                    <a:pt x="184403" y="77470"/>
                  </a:lnTo>
                  <a:lnTo>
                    <a:pt x="184403" y="753110"/>
                  </a:lnTo>
                  <a:lnTo>
                    <a:pt x="178317" y="783265"/>
                  </a:lnTo>
                  <a:lnTo>
                    <a:pt x="161718" y="807889"/>
                  </a:lnTo>
                  <a:lnTo>
                    <a:pt x="137094" y="824492"/>
                  </a:lnTo>
                  <a:lnTo>
                    <a:pt x="106933" y="830580"/>
                  </a:lnTo>
                  <a:lnTo>
                    <a:pt x="77469" y="830580"/>
                  </a:lnTo>
                  <a:lnTo>
                    <a:pt x="47309" y="824492"/>
                  </a:lnTo>
                  <a:lnTo>
                    <a:pt x="22685" y="807889"/>
                  </a:lnTo>
                  <a:lnTo>
                    <a:pt x="6086" y="783265"/>
                  </a:lnTo>
                  <a:lnTo>
                    <a:pt x="0" y="753110"/>
                  </a:lnTo>
                  <a:lnTo>
                    <a:pt x="0" y="77470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04949" y="6669786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276606" y="0"/>
                  </a:moveTo>
                  <a:lnTo>
                    <a:pt x="226881" y="4455"/>
                  </a:lnTo>
                  <a:lnTo>
                    <a:pt x="180082" y="17303"/>
                  </a:lnTo>
                  <a:lnTo>
                    <a:pt x="136990" y="37761"/>
                  </a:lnTo>
                  <a:lnTo>
                    <a:pt x="98385" y="65049"/>
                  </a:lnTo>
                  <a:lnTo>
                    <a:pt x="65049" y="98385"/>
                  </a:lnTo>
                  <a:lnTo>
                    <a:pt x="37761" y="136990"/>
                  </a:lnTo>
                  <a:lnTo>
                    <a:pt x="17303" y="180082"/>
                  </a:lnTo>
                  <a:lnTo>
                    <a:pt x="4455" y="226881"/>
                  </a:lnTo>
                  <a:lnTo>
                    <a:pt x="0" y="276605"/>
                  </a:lnTo>
                  <a:lnTo>
                    <a:pt x="4455" y="326327"/>
                  </a:lnTo>
                  <a:lnTo>
                    <a:pt x="17303" y="373124"/>
                  </a:lnTo>
                  <a:lnTo>
                    <a:pt x="37761" y="416215"/>
                  </a:lnTo>
                  <a:lnTo>
                    <a:pt x="65049" y="454820"/>
                  </a:lnTo>
                  <a:lnTo>
                    <a:pt x="98385" y="488158"/>
                  </a:lnTo>
                  <a:lnTo>
                    <a:pt x="136990" y="515447"/>
                  </a:lnTo>
                  <a:lnTo>
                    <a:pt x="180082" y="535907"/>
                  </a:lnTo>
                  <a:lnTo>
                    <a:pt x="226881" y="548755"/>
                  </a:lnTo>
                  <a:lnTo>
                    <a:pt x="276606" y="553211"/>
                  </a:lnTo>
                  <a:lnTo>
                    <a:pt x="326330" y="548755"/>
                  </a:lnTo>
                  <a:lnTo>
                    <a:pt x="373129" y="535907"/>
                  </a:lnTo>
                  <a:lnTo>
                    <a:pt x="416221" y="515447"/>
                  </a:lnTo>
                  <a:lnTo>
                    <a:pt x="454826" y="488158"/>
                  </a:lnTo>
                  <a:lnTo>
                    <a:pt x="488162" y="454820"/>
                  </a:lnTo>
                  <a:lnTo>
                    <a:pt x="515450" y="416215"/>
                  </a:lnTo>
                  <a:lnTo>
                    <a:pt x="535908" y="373124"/>
                  </a:lnTo>
                  <a:lnTo>
                    <a:pt x="548756" y="326327"/>
                  </a:lnTo>
                  <a:lnTo>
                    <a:pt x="553212" y="276605"/>
                  </a:lnTo>
                  <a:lnTo>
                    <a:pt x="548756" y="226881"/>
                  </a:lnTo>
                  <a:lnTo>
                    <a:pt x="535908" y="180082"/>
                  </a:lnTo>
                  <a:lnTo>
                    <a:pt x="515450" y="136990"/>
                  </a:lnTo>
                  <a:lnTo>
                    <a:pt x="488162" y="98385"/>
                  </a:lnTo>
                  <a:lnTo>
                    <a:pt x="454826" y="65049"/>
                  </a:lnTo>
                  <a:lnTo>
                    <a:pt x="416221" y="37761"/>
                  </a:lnTo>
                  <a:lnTo>
                    <a:pt x="373129" y="17303"/>
                  </a:lnTo>
                  <a:lnTo>
                    <a:pt x="326330" y="4455"/>
                  </a:lnTo>
                  <a:lnTo>
                    <a:pt x="27660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04949" y="6669786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19" h="553720">
                  <a:moveTo>
                    <a:pt x="0" y="276605"/>
                  </a:moveTo>
                  <a:lnTo>
                    <a:pt x="4455" y="226881"/>
                  </a:lnTo>
                  <a:lnTo>
                    <a:pt x="17303" y="180082"/>
                  </a:lnTo>
                  <a:lnTo>
                    <a:pt x="37761" y="136990"/>
                  </a:lnTo>
                  <a:lnTo>
                    <a:pt x="65049" y="98385"/>
                  </a:lnTo>
                  <a:lnTo>
                    <a:pt x="98385" y="65049"/>
                  </a:lnTo>
                  <a:lnTo>
                    <a:pt x="136990" y="37761"/>
                  </a:lnTo>
                  <a:lnTo>
                    <a:pt x="180082" y="17303"/>
                  </a:lnTo>
                  <a:lnTo>
                    <a:pt x="226881" y="4455"/>
                  </a:lnTo>
                  <a:lnTo>
                    <a:pt x="276606" y="0"/>
                  </a:lnTo>
                  <a:lnTo>
                    <a:pt x="326330" y="4455"/>
                  </a:lnTo>
                  <a:lnTo>
                    <a:pt x="373129" y="17303"/>
                  </a:lnTo>
                  <a:lnTo>
                    <a:pt x="416221" y="37761"/>
                  </a:lnTo>
                  <a:lnTo>
                    <a:pt x="454826" y="65049"/>
                  </a:lnTo>
                  <a:lnTo>
                    <a:pt x="488162" y="98385"/>
                  </a:lnTo>
                  <a:lnTo>
                    <a:pt x="515450" y="136990"/>
                  </a:lnTo>
                  <a:lnTo>
                    <a:pt x="535908" y="180082"/>
                  </a:lnTo>
                  <a:lnTo>
                    <a:pt x="548756" y="226881"/>
                  </a:lnTo>
                  <a:lnTo>
                    <a:pt x="553212" y="276605"/>
                  </a:lnTo>
                  <a:lnTo>
                    <a:pt x="548756" y="326327"/>
                  </a:lnTo>
                  <a:lnTo>
                    <a:pt x="535908" y="373124"/>
                  </a:lnTo>
                  <a:lnTo>
                    <a:pt x="515450" y="416215"/>
                  </a:lnTo>
                  <a:lnTo>
                    <a:pt x="488162" y="454820"/>
                  </a:lnTo>
                  <a:lnTo>
                    <a:pt x="454826" y="488158"/>
                  </a:lnTo>
                  <a:lnTo>
                    <a:pt x="416221" y="515447"/>
                  </a:lnTo>
                  <a:lnTo>
                    <a:pt x="373129" y="535907"/>
                  </a:lnTo>
                  <a:lnTo>
                    <a:pt x="326330" y="548755"/>
                  </a:lnTo>
                  <a:lnTo>
                    <a:pt x="276606" y="553211"/>
                  </a:lnTo>
                  <a:lnTo>
                    <a:pt x="226881" y="548755"/>
                  </a:lnTo>
                  <a:lnTo>
                    <a:pt x="180082" y="535907"/>
                  </a:lnTo>
                  <a:lnTo>
                    <a:pt x="136990" y="515447"/>
                  </a:lnTo>
                  <a:lnTo>
                    <a:pt x="98385" y="488158"/>
                  </a:lnTo>
                  <a:lnTo>
                    <a:pt x="65049" y="454820"/>
                  </a:lnTo>
                  <a:lnTo>
                    <a:pt x="37761" y="416215"/>
                  </a:lnTo>
                  <a:lnTo>
                    <a:pt x="17303" y="373124"/>
                  </a:lnTo>
                  <a:lnTo>
                    <a:pt x="4455" y="326327"/>
                  </a:lnTo>
                  <a:lnTo>
                    <a:pt x="0" y="276605"/>
                  </a:lnTo>
                  <a:close/>
                </a:path>
              </a:pathLst>
            </a:custGeom>
            <a:ln w="762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642110" y="1489229"/>
            <a:ext cx="7337425" cy="583755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algn="ctr" marR="4859020">
              <a:lnSpc>
                <a:spcPct val="100000"/>
              </a:lnSpc>
              <a:spcBef>
                <a:spcPts val="1355"/>
              </a:spcBef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User</a:t>
            </a:r>
            <a:r>
              <a:rPr dirty="0" sz="18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Registration</a:t>
            </a:r>
            <a:r>
              <a:rPr dirty="0" sz="180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&amp;</a:t>
            </a:r>
            <a:r>
              <a:rPr dirty="0" sz="180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Login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User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registers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logs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into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the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secure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portal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authentication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credentials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450">
              <a:latin typeface="Times New Roman"/>
              <a:cs typeface="Times New Roman"/>
            </a:endParaRPr>
          </a:p>
          <a:p>
            <a:pPr algn="ctr" marR="4879340">
              <a:lnSpc>
                <a:spcPct val="100000"/>
              </a:lnSpc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80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Submission</a:t>
            </a:r>
            <a:endParaRPr sz="1800">
              <a:latin typeface="Times New Roman"/>
              <a:cs typeface="Times New Roman"/>
            </a:endParaRPr>
          </a:p>
          <a:p>
            <a:pPr marL="288925">
              <a:lnSpc>
                <a:spcPct val="100000"/>
              </a:lnSpc>
              <a:spcBef>
                <a:spcPts val="10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User submits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details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through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intuitive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web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form</a:t>
            </a:r>
            <a:r>
              <a:rPr dirty="0" sz="1450" spc="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structured</a:t>
            </a:r>
            <a:r>
              <a:rPr dirty="0" sz="14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fields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45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Data</a:t>
            </a:r>
            <a:r>
              <a:rPr dirty="0" sz="180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Processing</a:t>
            </a:r>
            <a:endParaRPr sz="18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  <a:spcBef>
                <a:spcPts val="1010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System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processes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stores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the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data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securely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the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database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450">
              <a:latin typeface="Times New Roman"/>
              <a:cs typeface="Times New Roman"/>
            </a:endParaRPr>
          </a:p>
          <a:p>
            <a:pPr algn="ctr" marR="4553585">
              <a:lnSpc>
                <a:spcPct val="100000"/>
              </a:lnSpc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800" spc="-9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842644">
              <a:lnSpc>
                <a:spcPct val="100000"/>
              </a:lnSpc>
              <a:spcBef>
                <a:spcPts val="10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AI model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analyzes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the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4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classifies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its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type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using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machine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learning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algorithms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450">
              <a:latin typeface="Times New Roman"/>
              <a:cs typeface="Times New Roman"/>
            </a:endParaRPr>
          </a:p>
          <a:p>
            <a:pPr algn="ctr" marR="451485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Admin</a:t>
            </a:r>
            <a:r>
              <a:rPr dirty="0" sz="18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Dashboard</a:t>
            </a:r>
            <a:endParaRPr sz="18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  <a:spcBef>
                <a:spcPts val="10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Admin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dashboard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displays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reports,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statistics,</a:t>
            </a:r>
            <a:r>
              <a:rPr dirty="0" sz="145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analytics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monitoring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1083" y="1309878"/>
            <a:ext cx="3105150" cy="4133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>
                <a:latin typeface="Lucida Sans Unicode"/>
                <a:cs typeface="Lucida Sans Unicode"/>
              </a:rPr>
              <a:t>System</a:t>
            </a:r>
            <a:r>
              <a:rPr dirty="0" sz="2550" spc="-285">
                <a:latin typeface="Lucida Sans Unicode"/>
                <a:cs typeface="Lucida Sans Unicode"/>
              </a:rPr>
              <a:t> </a:t>
            </a:r>
            <a:r>
              <a:rPr dirty="0" sz="2550" spc="-10">
                <a:latin typeface="Lucida Sans Unicode"/>
                <a:cs typeface="Lucida Sans Unicode"/>
              </a:rPr>
              <a:t>Architecture</a:t>
            </a:r>
            <a:endParaRPr sz="255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8896" y="2548127"/>
            <a:ext cx="9078468" cy="5079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503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dirty="0" sz="4450" spc="-10"/>
              <a:t>Technology</a:t>
            </a:r>
            <a:r>
              <a:rPr dirty="0" sz="4450" spc="-250"/>
              <a:t> </a:t>
            </a:r>
            <a:r>
              <a:rPr dirty="0" sz="4450" spc="-10"/>
              <a:t>Stack</a:t>
            </a:r>
            <a:endParaRPr sz="4450"/>
          </a:p>
        </p:txBody>
      </p:sp>
      <p:grpSp>
        <p:nvGrpSpPr>
          <p:cNvPr id="3" name="object 3" descr=""/>
          <p:cNvGrpSpPr/>
          <p:nvPr/>
        </p:nvGrpSpPr>
        <p:grpSpPr>
          <a:xfrm>
            <a:off x="790955" y="2191511"/>
            <a:ext cx="4203700" cy="2577465"/>
            <a:chOff x="790955" y="2191511"/>
            <a:chExt cx="4203700" cy="2577465"/>
          </a:xfrm>
        </p:grpSpPr>
        <p:sp>
          <p:nvSpPr>
            <p:cNvPr id="4" name="object 4" descr=""/>
            <p:cNvSpPr/>
            <p:nvPr/>
          </p:nvSpPr>
          <p:spPr>
            <a:xfrm>
              <a:off x="794765" y="2195321"/>
              <a:ext cx="4196080" cy="2569845"/>
            </a:xfrm>
            <a:custGeom>
              <a:avLst/>
              <a:gdLst/>
              <a:ahLst/>
              <a:cxnLst/>
              <a:rect l="l" t="t" r="r" b="b"/>
              <a:pathLst>
                <a:path w="4196080" h="2569845">
                  <a:moveTo>
                    <a:pt x="4100322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2474214"/>
                  </a:lnTo>
                  <a:lnTo>
                    <a:pt x="7487" y="2511278"/>
                  </a:lnTo>
                  <a:lnTo>
                    <a:pt x="27906" y="2541555"/>
                  </a:lnTo>
                  <a:lnTo>
                    <a:pt x="58191" y="2561974"/>
                  </a:lnTo>
                  <a:lnTo>
                    <a:pt x="95275" y="2569464"/>
                  </a:lnTo>
                  <a:lnTo>
                    <a:pt x="4100322" y="2569464"/>
                  </a:lnTo>
                  <a:lnTo>
                    <a:pt x="4137386" y="2561974"/>
                  </a:lnTo>
                  <a:lnTo>
                    <a:pt x="4167663" y="2541555"/>
                  </a:lnTo>
                  <a:lnTo>
                    <a:pt x="4188082" y="2511278"/>
                  </a:lnTo>
                  <a:lnTo>
                    <a:pt x="4195572" y="2474214"/>
                  </a:lnTo>
                  <a:lnTo>
                    <a:pt x="4195572" y="95250"/>
                  </a:lnTo>
                  <a:lnTo>
                    <a:pt x="4188082" y="58185"/>
                  </a:lnTo>
                  <a:lnTo>
                    <a:pt x="4167663" y="27908"/>
                  </a:lnTo>
                  <a:lnTo>
                    <a:pt x="4137386" y="7489"/>
                  </a:lnTo>
                  <a:lnTo>
                    <a:pt x="4100322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4765" y="2195321"/>
              <a:ext cx="4196080" cy="2569845"/>
            </a:xfrm>
            <a:custGeom>
              <a:avLst/>
              <a:gdLst/>
              <a:ahLst/>
              <a:cxnLst/>
              <a:rect l="l" t="t" r="r" b="b"/>
              <a:pathLst>
                <a:path w="4196080" h="2569845">
                  <a:moveTo>
                    <a:pt x="0" y="95250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4100322" y="0"/>
                  </a:lnTo>
                  <a:lnTo>
                    <a:pt x="4137386" y="7489"/>
                  </a:lnTo>
                  <a:lnTo>
                    <a:pt x="4167663" y="27908"/>
                  </a:lnTo>
                  <a:lnTo>
                    <a:pt x="4188082" y="58185"/>
                  </a:lnTo>
                  <a:lnTo>
                    <a:pt x="4195572" y="95250"/>
                  </a:lnTo>
                  <a:lnTo>
                    <a:pt x="4195572" y="2474214"/>
                  </a:lnTo>
                  <a:lnTo>
                    <a:pt x="4188082" y="2511278"/>
                  </a:lnTo>
                  <a:lnTo>
                    <a:pt x="4167663" y="2541555"/>
                  </a:lnTo>
                  <a:lnTo>
                    <a:pt x="4137386" y="2561974"/>
                  </a:lnTo>
                  <a:lnTo>
                    <a:pt x="4100322" y="2569464"/>
                  </a:lnTo>
                  <a:lnTo>
                    <a:pt x="95275" y="2569464"/>
                  </a:lnTo>
                  <a:lnTo>
                    <a:pt x="58191" y="2561974"/>
                  </a:lnTo>
                  <a:lnTo>
                    <a:pt x="27906" y="2541555"/>
                  </a:lnTo>
                  <a:lnTo>
                    <a:pt x="7487" y="2511278"/>
                  </a:lnTo>
                  <a:lnTo>
                    <a:pt x="0" y="2474214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618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15695" y="2404617"/>
            <a:ext cx="10344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Frontend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15695" y="2858566"/>
            <a:ext cx="2742565" cy="11328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HTML</a:t>
            </a:r>
            <a:r>
              <a:rPr dirty="0" sz="175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structure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CSS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styling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JavaScript</a:t>
            </a:r>
            <a:r>
              <a:rPr dirty="0" sz="17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interactivity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213603" y="2191511"/>
            <a:ext cx="4204970" cy="2577465"/>
            <a:chOff x="5213603" y="2191511"/>
            <a:chExt cx="4204970" cy="2577465"/>
          </a:xfrm>
        </p:grpSpPr>
        <p:sp>
          <p:nvSpPr>
            <p:cNvPr id="9" name="object 9" descr=""/>
            <p:cNvSpPr/>
            <p:nvPr/>
          </p:nvSpPr>
          <p:spPr>
            <a:xfrm>
              <a:off x="5217413" y="2195321"/>
              <a:ext cx="4197350" cy="2569845"/>
            </a:xfrm>
            <a:custGeom>
              <a:avLst/>
              <a:gdLst/>
              <a:ahLst/>
              <a:cxnLst/>
              <a:rect l="l" t="t" r="r" b="b"/>
              <a:pathLst>
                <a:path w="4197350" h="2569845">
                  <a:moveTo>
                    <a:pt x="4101845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474214"/>
                  </a:lnTo>
                  <a:lnTo>
                    <a:pt x="7489" y="2511278"/>
                  </a:lnTo>
                  <a:lnTo>
                    <a:pt x="27908" y="2541555"/>
                  </a:lnTo>
                  <a:lnTo>
                    <a:pt x="58185" y="2561974"/>
                  </a:lnTo>
                  <a:lnTo>
                    <a:pt x="95250" y="2569464"/>
                  </a:lnTo>
                  <a:lnTo>
                    <a:pt x="4101845" y="2569464"/>
                  </a:lnTo>
                  <a:lnTo>
                    <a:pt x="4138910" y="2561974"/>
                  </a:lnTo>
                  <a:lnTo>
                    <a:pt x="4169187" y="2541555"/>
                  </a:lnTo>
                  <a:lnTo>
                    <a:pt x="4189606" y="2511278"/>
                  </a:lnTo>
                  <a:lnTo>
                    <a:pt x="4197095" y="2474214"/>
                  </a:lnTo>
                  <a:lnTo>
                    <a:pt x="4197095" y="95250"/>
                  </a:lnTo>
                  <a:lnTo>
                    <a:pt x="4189606" y="58185"/>
                  </a:lnTo>
                  <a:lnTo>
                    <a:pt x="4169187" y="27908"/>
                  </a:lnTo>
                  <a:lnTo>
                    <a:pt x="4138910" y="7489"/>
                  </a:lnTo>
                  <a:lnTo>
                    <a:pt x="4101845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17413" y="2195321"/>
              <a:ext cx="4197350" cy="2569845"/>
            </a:xfrm>
            <a:custGeom>
              <a:avLst/>
              <a:gdLst/>
              <a:ahLst/>
              <a:cxnLst/>
              <a:rect l="l" t="t" r="r" b="b"/>
              <a:pathLst>
                <a:path w="4197350" h="2569845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101845" y="0"/>
                  </a:lnTo>
                  <a:lnTo>
                    <a:pt x="4138910" y="7489"/>
                  </a:lnTo>
                  <a:lnTo>
                    <a:pt x="4169187" y="27908"/>
                  </a:lnTo>
                  <a:lnTo>
                    <a:pt x="4189606" y="58185"/>
                  </a:lnTo>
                  <a:lnTo>
                    <a:pt x="4197095" y="95250"/>
                  </a:lnTo>
                  <a:lnTo>
                    <a:pt x="4197095" y="2474214"/>
                  </a:lnTo>
                  <a:lnTo>
                    <a:pt x="4189606" y="2511278"/>
                  </a:lnTo>
                  <a:lnTo>
                    <a:pt x="4169187" y="2541555"/>
                  </a:lnTo>
                  <a:lnTo>
                    <a:pt x="4138910" y="2561974"/>
                  </a:lnTo>
                  <a:lnTo>
                    <a:pt x="4101845" y="2569464"/>
                  </a:lnTo>
                  <a:lnTo>
                    <a:pt x="95250" y="2569464"/>
                  </a:lnTo>
                  <a:lnTo>
                    <a:pt x="58185" y="2561974"/>
                  </a:lnTo>
                  <a:lnTo>
                    <a:pt x="27908" y="2541555"/>
                  </a:lnTo>
                  <a:lnTo>
                    <a:pt x="7489" y="2511278"/>
                  </a:lnTo>
                  <a:lnTo>
                    <a:pt x="0" y="2474214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618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439283" y="2404617"/>
            <a:ext cx="100139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Backend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39283" y="2858566"/>
            <a:ext cx="3123565" cy="11328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r>
              <a:rPr dirty="0" sz="17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programming</a:t>
            </a:r>
            <a:r>
              <a:rPr dirty="0" sz="175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endParaRPr sz="1750">
              <a:latin typeface="Times New Roman"/>
              <a:cs typeface="Times New Roman"/>
            </a:endParaRPr>
          </a:p>
          <a:p>
            <a:pPr marL="355600" marR="283845" indent="-342900">
              <a:lnSpc>
                <a:spcPct val="1383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Django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Framework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Times New Roman"/>
                <a:cs typeface="Times New Roman"/>
              </a:rPr>
              <a:t>web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development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37776" y="2191511"/>
            <a:ext cx="4203700" cy="2577465"/>
            <a:chOff x="9637776" y="2191511"/>
            <a:chExt cx="4203700" cy="2577465"/>
          </a:xfrm>
        </p:grpSpPr>
        <p:sp>
          <p:nvSpPr>
            <p:cNvPr id="14" name="object 14" descr=""/>
            <p:cNvSpPr/>
            <p:nvPr/>
          </p:nvSpPr>
          <p:spPr>
            <a:xfrm>
              <a:off x="9641586" y="2195321"/>
              <a:ext cx="4196080" cy="2569845"/>
            </a:xfrm>
            <a:custGeom>
              <a:avLst/>
              <a:gdLst/>
              <a:ahLst/>
              <a:cxnLst/>
              <a:rect l="l" t="t" r="r" b="b"/>
              <a:pathLst>
                <a:path w="4196080" h="2569845">
                  <a:moveTo>
                    <a:pt x="4100322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474214"/>
                  </a:lnTo>
                  <a:lnTo>
                    <a:pt x="7489" y="2511278"/>
                  </a:lnTo>
                  <a:lnTo>
                    <a:pt x="27908" y="2541555"/>
                  </a:lnTo>
                  <a:lnTo>
                    <a:pt x="58185" y="2561974"/>
                  </a:lnTo>
                  <a:lnTo>
                    <a:pt x="95250" y="2569464"/>
                  </a:lnTo>
                  <a:lnTo>
                    <a:pt x="4100322" y="2569464"/>
                  </a:lnTo>
                  <a:lnTo>
                    <a:pt x="4137386" y="2561974"/>
                  </a:lnTo>
                  <a:lnTo>
                    <a:pt x="4167663" y="2541555"/>
                  </a:lnTo>
                  <a:lnTo>
                    <a:pt x="4188082" y="2511278"/>
                  </a:lnTo>
                  <a:lnTo>
                    <a:pt x="4195572" y="2474214"/>
                  </a:lnTo>
                  <a:lnTo>
                    <a:pt x="4195572" y="95250"/>
                  </a:lnTo>
                  <a:lnTo>
                    <a:pt x="4188082" y="58185"/>
                  </a:lnTo>
                  <a:lnTo>
                    <a:pt x="4167663" y="27908"/>
                  </a:lnTo>
                  <a:lnTo>
                    <a:pt x="4137386" y="7489"/>
                  </a:lnTo>
                  <a:lnTo>
                    <a:pt x="4100322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41586" y="2195321"/>
              <a:ext cx="4196080" cy="2569845"/>
            </a:xfrm>
            <a:custGeom>
              <a:avLst/>
              <a:gdLst/>
              <a:ahLst/>
              <a:cxnLst/>
              <a:rect l="l" t="t" r="r" b="b"/>
              <a:pathLst>
                <a:path w="4196080" h="2569845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100322" y="0"/>
                  </a:lnTo>
                  <a:lnTo>
                    <a:pt x="4137386" y="7489"/>
                  </a:lnTo>
                  <a:lnTo>
                    <a:pt x="4167663" y="27908"/>
                  </a:lnTo>
                  <a:lnTo>
                    <a:pt x="4188082" y="58185"/>
                  </a:lnTo>
                  <a:lnTo>
                    <a:pt x="4195572" y="95250"/>
                  </a:lnTo>
                  <a:lnTo>
                    <a:pt x="4195572" y="2474214"/>
                  </a:lnTo>
                  <a:lnTo>
                    <a:pt x="4188082" y="2511278"/>
                  </a:lnTo>
                  <a:lnTo>
                    <a:pt x="4167663" y="2541555"/>
                  </a:lnTo>
                  <a:lnTo>
                    <a:pt x="4137386" y="2561974"/>
                  </a:lnTo>
                  <a:lnTo>
                    <a:pt x="4100322" y="2569464"/>
                  </a:lnTo>
                  <a:lnTo>
                    <a:pt x="95250" y="2569464"/>
                  </a:lnTo>
                  <a:lnTo>
                    <a:pt x="58185" y="2561974"/>
                  </a:lnTo>
                  <a:lnTo>
                    <a:pt x="27908" y="2541555"/>
                  </a:lnTo>
                  <a:lnTo>
                    <a:pt x="7489" y="2511278"/>
                  </a:lnTo>
                  <a:lnTo>
                    <a:pt x="0" y="2474214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618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862819" y="2404617"/>
            <a:ext cx="20783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2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862819" y="2858566"/>
            <a:ext cx="3313429" cy="11328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Scikit-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learn</a:t>
            </a:r>
            <a:r>
              <a:rPr dirty="0" sz="175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library</a:t>
            </a: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Pandas</a:t>
            </a:r>
            <a:r>
              <a:rPr dirty="0" sz="175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5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NumPy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numerical</a:t>
            </a:r>
            <a:r>
              <a:rPr dirty="0" sz="17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computing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90955" y="4988052"/>
            <a:ext cx="6416040" cy="2214880"/>
            <a:chOff x="790955" y="4988052"/>
            <a:chExt cx="6416040" cy="2214880"/>
          </a:xfrm>
        </p:grpSpPr>
        <p:sp>
          <p:nvSpPr>
            <p:cNvPr id="19" name="object 19" descr=""/>
            <p:cNvSpPr/>
            <p:nvPr/>
          </p:nvSpPr>
          <p:spPr>
            <a:xfrm>
              <a:off x="794765" y="4991862"/>
              <a:ext cx="6408420" cy="2207260"/>
            </a:xfrm>
            <a:custGeom>
              <a:avLst/>
              <a:gdLst/>
              <a:ahLst/>
              <a:cxnLst/>
              <a:rect l="l" t="t" r="r" b="b"/>
              <a:pathLst>
                <a:path w="6408420" h="2207259">
                  <a:moveTo>
                    <a:pt x="6313170" y="0"/>
                  </a:moveTo>
                  <a:lnTo>
                    <a:pt x="95262" y="0"/>
                  </a:lnTo>
                  <a:lnTo>
                    <a:pt x="58180" y="7489"/>
                  </a:lnTo>
                  <a:lnTo>
                    <a:pt x="27900" y="27908"/>
                  </a:lnTo>
                  <a:lnTo>
                    <a:pt x="7485" y="58185"/>
                  </a:lnTo>
                  <a:lnTo>
                    <a:pt x="0" y="95250"/>
                  </a:lnTo>
                  <a:lnTo>
                    <a:pt x="0" y="2111489"/>
                  </a:lnTo>
                  <a:lnTo>
                    <a:pt x="7485" y="2148571"/>
                  </a:lnTo>
                  <a:lnTo>
                    <a:pt x="27900" y="2178851"/>
                  </a:lnTo>
                  <a:lnTo>
                    <a:pt x="58180" y="2199266"/>
                  </a:lnTo>
                  <a:lnTo>
                    <a:pt x="95262" y="2206752"/>
                  </a:lnTo>
                  <a:lnTo>
                    <a:pt x="6313170" y="2206752"/>
                  </a:lnTo>
                  <a:lnTo>
                    <a:pt x="6350234" y="2199266"/>
                  </a:lnTo>
                  <a:lnTo>
                    <a:pt x="6380511" y="2178851"/>
                  </a:lnTo>
                  <a:lnTo>
                    <a:pt x="6400930" y="2148571"/>
                  </a:lnTo>
                  <a:lnTo>
                    <a:pt x="6408420" y="2111489"/>
                  </a:lnTo>
                  <a:lnTo>
                    <a:pt x="6408420" y="95250"/>
                  </a:lnTo>
                  <a:lnTo>
                    <a:pt x="6400930" y="58185"/>
                  </a:lnTo>
                  <a:lnTo>
                    <a:pt x="6380511" y="27908"/>
                  </a:lnTo>
                  <a:lnTo>
                    <a:pt x="6350234" y="7489"/>
                  </a:lnTo>
                  <a:lnTo>
                    <a:pt x="6313170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4765" y="4991862"/>
              <a:ext cx="6408420" cy="2207260"/>
            </a:xfrm>
            <a:custGeom>
              <a:avLst/>
              <a:gdLst/>
              <a:ahLst/>
              <a:cxnLst/>
              <a:rect l="l" t="t" r="r" b="b"/>
              <a:pathLst>
                <a:path w="6408420" h="2207259">
                  <a:moveTo>
                    <a:pt x="0" y="95250"/>
                  </a:moveTo>
                  <a:lnTo>
                    <a:pt x="7485" y="58185"/>
                  </a:lnTo>
                  <a:lnTo>
                    <a:pt x="27900" y="27908"/>
                  </a:lnTo>
                  <a:lnTo>
                    <a:pt x="58180" y="7489"/>
                  </a:lnTo>
                  <a:lnTo>
                    <a:pt x="95262" y="0"/>
                  </a:lnTo>
                  <a:lnTo>
                    <a:pt x="6313170" y="0"/>
                  </a:lnTo>
                  <a:lnTo>
                    <a:pt x="6350234" y="7489"/>
                  </a:lnTo>
                  <a:lnTo>
                    <a:pt x="6380511" y="27908"/>
                  </a:lnTo>
                  <a:lnTo>
                    <a:pt x="6400930" y="58185"/>
                  </a:lnTo>
                  <a:lnTo>
                    <a:pt x="6408420" y="95250"/>
                  </a:lnTo>
                  <a:lnTo>
                    <a:pt x="6408420" y="2111489"/>
                  </a:lnTo>
                  <a:lnTo>
                    <a:pt x="6400930" y="2148571"/>
                  </a:lnTo>
                  <a:lnTo>
                    <a:pt x="6380511" y="2178851"/>
                  </a:lnTo>
                  <a:lnTo>
                    <a:pt x="6350234" y="2199266"/>
                  </a:lnTo>
                  <a:lnTo>
                    <a:pt x="6313170" y="2206752"/>
                  </a:lnTo>
                  <a:lnTo>
                    <a:pt x="95262" y="2206752"/>
                  </a:lnTo>
                  <a:lnTo>
                    <a:pt x="58180" y="2199266"/>
                  </a:lnTo>
                  <a:lnTo>
                    <a:pt x="27900" y="2178851"/>
                  </a:lnTo>
                  <a:lnTo>
                    <a:pt x="7485" y="2148571"/>
                  </a:lnTo>
                  <a:lnTo>
                    <a:pt x="0" y="2111489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618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15695" y="5201539"/>
            <a:ext cx="10477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15695" y="5655233"/>
            <a:ext cx="2419350" cy="76390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5"/>
              </a:spcBef>
              <a:buChar char="•"/>
              <a:tabLst>
                <a:tab pos="354965" algn="l"/>
              </a:tabLst>
            </a:pP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SQLite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Structured</a:t>
            </a:r>
            <a:r>
              <a:rPr dirty="0" sz="17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storage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24928" y="4988052"/>
            <a:ext cx="6416040" cy="2214880"/>
            <a:chOff x="7424928" y="4988052"/>
            <a:chExt cx="6416040" cy="2214880"/>
          </a:xfrm>
        </p:grpSpPr>
        <p:sp>
          <p:nvSpPr>
            <p:cNvPr id="24" name="object 24" descr=""/>
            <p:cNvSpPr/>
            <p:nvPr/>
          </p:nvSpPr>
          <p:spPr>
            <a:xfrm>
              <a:off x="7428738" y="4991862"/>
              <a:ext cx="6408420" cy="2207260"/>
            </a:xfrm>
            <a:custGeom>
              <a:avLst/>
              <a:gdLst/>
              <a:ahLst/>
              <a:cxnLst/>
              <a:rect l="l" t="t" r="r" b="b"/>
              <a:pathLst>
                <a:path w="6408419" h="2207259">
                  <a:moveTo>
                    <a:pt x="6313169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111489"/>
                  </a:lnTo>
                  <a:lnTo>
                    <a:pt x="7489" y="2148571"/>
                  </a:lnTo>
                  <a:lnTo>
                    <a:pt x="27908" y="2178851"/>
                  </a:lnTo>
                  <a:lnTo>
                    <a:pt x="58185" y="2199266"/>
                  </a:lnTo>
                  <a:lnTo>
                    <a:pt x="95250" y="2206752"/>
                  </a:lnTo>
                  <a:lnTo>
                    <a:pt x="6313169" y="2206752"/>
                  </a:lnTo>
                  <a:lnTo>
                    <a:pt x="6350234" y="2199266"/>
                  </a:lnTo>
                  <a:lnTo>
                    <a:pt x="6380511" y="2178851"/>
                  </a:lnTo>
                  <a:lnTo>
                    <a:pt x="6400930" y="2148571"/>
                  </a:lnTo>
                  <a:lnTo>
                    <a:pt x="6408419" y="2111489"/>
                  </a:lnTo>
                  <a:lnTo>
                    <a:pt x="6408419" y="95250"/>
                  </a:lnTo>
                  <a:lnTo>
                    <a:pt x="6400930" y="58185"/>
                  </a:lnTo>
                  <a:lnTo>
                    <a:pt x="6380511" y="27908"/>
                  </a:lnTo>
                  <a:lnTo>
                    <a:pt x="6350234" y="7489"/>
                  </a:lnTo>
                  <a:lnTo>
                    <a:pt x="6313169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28738" y="4991862"/>
              <a:ext cx="6408420" cy="2207260"/>
            </a:xfrm>
            <a:custGeom>
              <a:avLst/>
              <a:gdLst/>
              <a:ahLst/>
              <a:cxnLst/>
              <a:rect l="l" t="t" r="r" b="b"/>
              <a:pathLst>
                <a:path w="6408419" h="2207259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6313169" y="0"/>
                  </a:lnTo>
                  <a:lnTo>
                    <a:pt x="6350234" y="7489"/>
                  </a:lnTo>
                  <a:lnTo>
                    <a:pt x="6380511" y="27908"/>
                  </a:lnTo>
                  <a:lnTo>
                    <a:pt x="6400930" y="58185"/>
                  </a:lnTo>
                  <a:lnTo>
                    <a:pt x="6408419" y="95250"/>
                  </a:lnTo>
                  <a:lnTo>
                    <a:pt x="6408419" y="2111489"/>
                  </a:lnTo>
                  <a:lnTo>
                    <a:pt x="6400930" y="2148571"/>
                  </a:lnTo>
                  <a:lnTo>
                    <a:pt x="6380511" y="2178851"/>
                  </a:lnTo>
                  <a:lnTo>
                    <a:pt x="6350234" y="2199266"/>
                  </a:lnTo>
                  <a:lnTo>
                    <a:pt x="6313169" y="2206752"/>
                  </a:lnTo>
                  <a:lnTo>
                    <a:pt x="95250" y="2206752"/>
                  </a:lnTo>
                  <a:lnTo>
                    <a:pt x="58185" y="2199266"/>
                  </a:lnTo>
                  <a:lnTo>
                    <a:pt x="27908" y="2178851"/>
                  </a:lnTo>
                  <a:lnTo>
                    <a:pt x="7489" y="2148571"/>
                  </a:lnTo>
                  <a:lnTo>
                    <a:pt x="0" y="2111489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618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651242" y="5201539"/>
            <a:ext cx="6426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30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51242" y="5655233"/>
            <a:ext cx="2747010" cy="11328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VS</a:t>
            </a:r>
            <a:r>
              <a:rPr dirty="0" sz="17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 editor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GitHub</a:t>
            </a: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dirty="0" sz="175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endParaRPr sz="17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Chart.js</a:t>
            </a:r>
            <a:r>
              <a:rPr dirty="0" sz="17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 visualizations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5574" rIns="0" bIns="0" rtlCol="0" vert="horz">
            <a:spAutoFit/>
          </a:bodyPr>
          <a:lstStyle/>
          <a:p>
            <a:pPr marL="1423035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Key</a:t>
            </a:r>
            <a:r>
              <a:rPr dirty="0" sz="2900" spc="-5"/>
              <a:t> </a:t>
            </a:r>
            <a:r>
              <a:rPr dirty="0" sz="2900"/>
              <a:t>Features</a:t>
            </a:r>
            <a:r>
              <a:rPr dirty="0" sz="2900" spc="-30"/>
              <a:t> </a:t>
            </a:r>
            <a:r>
              <a:rPr dirty="0" sz="2900"/>
              <a:t>&amp;</a:t>
            </a:r>
            <a:r>
              <a:rPr dirty="0" sz="2900" spc="-10"/>
              <a:t> Results</a:t>
            </a:r>
            <a:endParaRPr sz="29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2482595"/>
            <a:ext cx="74675" cy="746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3404615"/>
            <a:ext cx="74675" cy="746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4325111"/>
            <a:ext cx="74675" cy="746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4748" y="5247132"/>
            <a:ext cx="74675" cy="7467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6169152"/>
            <a:ext cx="74675" cy="74675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/>
              <a:t>Key</a:t>
            </a:r>
            <a:r>
              <a:rPr dirty="0" spc="-10"/>
              <a:t> Features</a:t>
            </a:r>
          </a:p>
          <a:p>
            <a:pPr marL="184785">
              <a:lnSpc>
                <a:spcPct val="100000"/>
              </a:lnSpc>
              <a:spcBef>
                <a:spcPts val="965"/>
              </a:spcBef>
            </a:pPr>
            <a:r>
              <a:rPr dirty="0" sz="1450">
                <a:solidFill>
                  <a:srgbClr val="404154"/>
                </a:solidFill>
              </a:rPr>
              <a:t>Online</a:t>
            </a:r>
            <a:r>
              <a:rPr dirty="0" sz="1450" spc="-35">
                <a:solidFill>
                  <a:srgbClr val="404154"/>
                </a:solidFill>
              </a:rPr>
              <a:t> </a:t>
            </a:r>
            <a:r>
              <a:rPr dirty="0" sz="1450">
                <a:solidFill>
                  <a:srgbClr val="404154"/>
                </a:solidFill>
              </a:rPr>
              <a:t>Cyber</a:t>
            </a:r>
            <a:r>
              <a:rPr dirty="0" sz="1450" spc="-20">
                <a:solidFill>
                  <a:srgbClr val="404154"/>
                </a:solidFill>
              </a:rPr>
              <a:t> </a:t>
            </a:r>
            <a:r>
              <a:rPr dirty="0" sz="1450">
                <a:solidFill>
                  <a:srgbClr val="404154"/>
                </a:solidFill>
              </a:rPr>
              <a:t>Incident</a:t>
            </a:r>
            <a:r>
              <a:rPr dirty="0" sz="1450" spc="-45">
                <a:solidFill>
                  <a:srgbClr val="404154"/>
                </a:solidFill>
              </a:rPr>
              <a:t> </a:t>
            </a:r>
            <a:r>
              <a:rPr dirty="0" sz="1450" spc="-10">
                <a:solidFill>
                  <a:srgbClr val="404154"/>
                </a:solidFill>
              </a:rPr>
              <a:t>Reporting</a:t>
            </a:r>
            <a:endParaRPr sz="1450"/>
          </a:p>
          <a:p>
            <a:pPr marL="184785" marR="41910">
              <a:lnSpc>
                <a:spcPct val="115900"/>
              </a:lnSpc>
              <a:spcBef>
                <a:spcPts val="790"/>
              </a:spcBef>
            </a:pPr>
            <a:r>
              <a:rPr dirty="0" sz="1150">
                <a:solidFill>
                  <a:srgbClr val="404154"/>
                </a:solidFill>
              </a:rPr>
              <a:t>Accessible</a:t>
            </a:r>
            <a:r>
              <a:rPr dirty="0" sz="1150" spc="-4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web</a:t>
            </a:r>
            <a:r>
              <a:rPr dirty="0" sz="1150" spc="-5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portal</a:t>
            </a:r>
            <a:r>
              <a:rPr dirty="0" sz="1150" spc="-3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for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submitting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incidents</a:t>
            </a:r>
            <a:r>
              <a:rPr dirty="0" sz="1150" spc="-45">
                <a:solidFill>
                  <a:srgbClr val="404154"/>
                </a:solidFill>
              </a:rPr>
              <a:t> </a:t>
            </a:r>
            <a:r>
              <a:rPr dirty="0" sz="1150" spc="-20">
                <a:solidFill>
                  <a:srgbClr val="404154"/>
                </a:solidFill>
              </a:rPr>
              <a:t>from </a:t>
            </a:r>
            <a:r>
              <a:rPr dirty="0" sz="1150" spc="-10">
                <a:solidFill>
                  <a:srgbClr val="404154"/>
                </a:solidFill>
              </a:rPr>
              <a:t>anywhere</a:t>
            </a:r>
            <a:endParaRPr sz="1150"/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50"/>
          </a:p>
          <a:p>
            <a:pPr marL="184785">
              <a:lnSpc>
                <a:spcPct val="100000"/>
              </a:lnSpc>
            </a:pPr>
            <a:r>
              <a:rPr dirty="0" sz="1450" spc="-20">
                <a:solidFill>
                  <a:srgbClr val="404154"/>
                </a:solidFill>
              </a:rPr>
              <a:t>AI-</a:t>
            </a:r>
            <a:r>
              <a:rPr dirty="0" sz="1450">
                <a:solidFill>
                  <a:srgbClr val="404154"/>
                </a:solidFill>
              </a:rPr>
              <a:t>Based</a:t>
            </a:r>
            <a:r>
              <a:rPr dirty="0" sz="1450" spc="15">
                <a:solidFill>
                  <a:srgbClr val="404154"/>
                </a:solidFill>
              </a:rPr>
              <a:t> </a:t>
            </a:r>
            <a:r>
              <a:rPr dirty="0" sz="1450" spc="-10">
                <a:solidFill>
                  <a:srgbClr val="404154"/>
                </a:solidFill>
              </a:rPr>
              <a:t>Classification</a:t>
            </a:r>
            <a:endParaRPr sz="1450"/>
          </a:p>
          <a:p>
            <a:pPr marL="184785" marR="5080">
              <a:lnSpc>
                <a:spcPct val="115700"/>
              </a:lnSpc>
              <a:spcBef>
                <a:spcPts val="790"/>
              </a:spcBef>
            </a:pPr>
            <a:r>
              <a:rPr dirty="0" sz="1150">
                <a:solidFill>
                  <a:srgbClr val="404154"/>
                </a:solidFill>
              </a:rPr>
              <a:t>Intelligent</a:t>
            </a:r>
            <a:r>
              <a:rPr dirty="0" sz="1150" spc="-2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system</a:t>
            </a:r>
            <a:r>
              <a:rPr dirty="0" sz="1150" spc="-15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automatically</a:t>
            </a:r>
            <a:r>
              <a:rPr dirty="0" sz="1150" spc="-5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categorizes</a:t>
            </a:r>
            <a:r>
              <a:rPr dirty="0" sz="1150" spc="-25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incident types</a:t>
            </a:r>
            <a:endParaRPr sz="1150"/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50"/>
          </a:p>
          <a:p>
            <a:pPr marL="184785">
              <a:lnSpc>
                <a:spcPct val="100000"/>
              </a:lnSpc>
            </a:pPr>
            <a:r>
              <a:rPr dirty="0" sz="1450">
                <a:solidFill>
                  <a:srgbClr val="404154"/>
                </a:solidFill>
              </a:rPr>
              <a:t>Secure</a:t>
            </a:r>
            <a:r>
              <a:rPr dirty="0" sz="1450" spc="-30">
                <a:solidFill>
                  <a:srgbClr val="404154"/>
                </a:solidFill>
              </a:rPr>
              <a:t> </a:t>
            </a:r>
            <a:r>
              <a:rPr dirty="0" sz="1450">
                <a:solidFill>
                  <a:srgbClr val="404154"/>
                </a:solidFill>
              </a:rPr>
              <a:t>Data</a:t>
            </a:r>
            <a:r>
              <a:rPr dirty="0" sz="1450" spc="-5">
                <a:solidFill>
                  <a:srgbClr val="404154"/>
                </a:solidFill>
              </a:rPr>
              <a:t> </a:t>
            </a:r>
            <a:r>
              <a:rPr dirty="0" sz="1450" spc="-10">
                <a:solidFill>
                  <a:srgbClr val="404154"/>
                </a:solidFill>
              </a:rPr>
              <a:t>Storage</a:t>
            </a:r>
            <a:endParaRPr sz="1450"/>
          </a:p>
          <a:p>
            <a:pPr marL="184785">
              <a:lnSpc>
                <a:spcPct val="100000"/>
              </a:lnSpc>
              <a:spcBef>
                <a:spcPts val="1010"/>
              </a:spcBef>
            </a:pPr>
            <a:r>
              <a:rPr dirty="0" sz="1150">
                <a:solidFill>
                  <a:srgbClr val="404154"/>
                </a:solidFill>
              </a:rPr>
              <a:t>Encrypted</a:t>
            </a:r>
            <a:r>
              <a:rPr dirty="0" sz="1150" spc="-2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database</a:t>
            </a:r>
            <a:r>
              <a:rPr dirty="0" sz="1150" spc="-4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with</a:t>
            </a:r>
            <a:r>
              <a:rPr dirty="0" sz="1150" spc="-25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role-</a:t>
            </a:r>
            <a:r>
              <a:rPr dirty="0" sz="1150">
                <a:solidFill>
                  <a:srgbClr val="404154"/>
                </a:solidFill>
              </a:rPr>
              <a:t>based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access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control</a:t>
            </a:r>
            <a:endParaRPr sz="1150"/>
          </a:p>
          <a:p>
            <a:pPr>
              <a:lnSpc>
                <a:spcPct val="100000"/>
              </a:lnSpc>
            </a:pPr>
            <a:endParaRPr sz="1150"/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50"/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dirty="0" sz="1450" spc="-10">
                <a:solidFill>
                  <a:srgbClr val="404154"/>
                </a:solidFill>
              </a:rPr>
              <a:t>Admin</a:t>
            </a:r>
            <a:r>
              <a:rPr dirty="0" sz="1450" spc="-45">
                <a:solidFill>
                  <a:srgbClr val="404154"/>
                </a:solidFill>
              </a:rPr>
              <a:t> </a:t>
            </a:r>
            <a:r>
              <a:rPr dirty="0" sz="1450" spc="-10">
                <a:solidFill>
                  <a:srgbClr val="404154"/>
                </a:solidFill>
              </a:rPr>
              <a:t>Analytics</a:t>
            </a:r>
            <a:endParaRPr sz="1450"/>
          </a:p>
          <a:p>
            <a:pPr marL="184785">
              <a:lnSpc>
                <a:spcPct val="100000"/>
              </a:lnSpc>
              <a:spcBef>
                <a:spcPts val="1005"/>
              </a:spcBef>
            </a:pPr>
            <a:r>
              <a:rPr dirty="0" sz="1150">
                <a:solidFill>
                  <a:srgbClr val="404154"/>
                </a:solidFill>
              </a:rPr>
              <a:t>Dashboard</a:t>
            </a:r>
            <a:r>
              <a:rPr dirty="0" sz="1150" spc="-2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with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real-</a:t>
            </a:r>
            <a:r>
              <a:rPr dirty="0" sz="1150">
                <a:solidFill>
                  <a:srgbClr val="404154"/>
                </a:solidFill>
              </a:rPr>
              <a:t>time</a:t>
            </a:r>
            <a:r>
              <a:rPr dirty="0" sz="1150" spc="-1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reports</a:t>
            </a:r>
            <a:r>
              <a:rPr dirty="0" sz="1150" spc="-1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and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statistics</a:t>
            </a:r>
            <a:endParaRPr sz="1150"/>
          </a:p>
          <a:p>
            <a:pPr>
              <a:lnSpc>
                <a:spcPct val="100000"/>
              </a:lnSpc>
            </a:pPr>
            <a:endParaRPr sz="1150"/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50"/>
          </a:p>
          <a:p>
            <a:pPr marL="184785">
              <a:lnSpc>
                <a:spcPct val="100000"/>
              </a:lnSpc>
            </a:pPr>
            <a:r>
              <a:rPr dirty="0" sz="1450">
                <a:solidFill>
                  <a:srgbClr val="404154"/>
                </a:solidFill>
              </a:rPr>
              <a:t>User</a:t>
            </a:r>
            <a:r>
              <a:rPr dirty="0" sz="1450" spc="-85">
                <a:solidFill>
                  <a:srgbClr val="404154"/>
                </a:solidFill>
              </a:rPr>
              <a:t> </a:t>
            </a:r>
            <a:r>
              <a:rPr dirty="0" sz="1450" spc="-10">
                <a:solidFill>
                  <a:srgbClr val="404154"/>
                </a:solidFill>
              </a:rPr>
              <a:t>Authentication</a:t>
            </a:r>
            <a:endParaRPr sz="1450"/>
          </a:p>
          <a:p>
            <a:pPr marL="184785">
              <a:lnSpc>
                <a:spcPct val="100000"/>
              </a:lnSpc>
              <a:spcBef>
                <a:spcPts val="1010"/>
              </a:spcBef>
            </a:pPr>
            <a:r>
              <a:rPr dirty="0" sz="1150">
                <a:solidFill>
                  <a:srgbClr val="404154"/>
                </a:solidFill>
              </a:rPr>
              <a:t>Secure</a:t>
            </a:r>
            <a:r>
              <a:rPr dirty="0" sz="1150" spc="-4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login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system with</a:t>
            </a:r>
            <a:r>
              <a:rPr dirty="0" sz="1150" spc="-35">
                <a:solidFill>
                  <a:srgbClr val="404154"/>
                </a:solidFill>
              </a:rPr>
              <a:t> </a:t>
            </a:r>
            <a:r>
              <a:rPr dirty="0" sz="1150">
                <a:solidFill>
                  <a:srgbClr val="404154"/>
                </a:solidFill>
              </a:rPr>
              <a:t>session</a:t>
            </a:r>
            <a:r>
              <a:rPr dirty="0" sz="1150" spc="-30">
                <a:solidFill>
                  <a:srgbClr val="404154"/>
                </a:solidFill>
              </a:rPr>
              <a:t> </a:t>
            </a:r>
            <a:r>
              <a:rPr dirty="0" sz="1150" spc="-10">
                <a:solidFill>
                  <a:srgbClr val="404154"/>
                </a:solidFill>
              </a:rPr>
              <a:t>management</a:t>
            </a:r>
            <a:endParaRPr sz="1150"/>
          </a:p>
        </p:txBody>
      </p:sp>
      <p:sp>
        <p:nvSpPr>
          <p:cNvPr id="9" name="object 9" descr=""/>
          <p:cNvSpPr txBox="1"/>
          <p:nvPr/>
        </p:nvSpPr>
        <p:spPr>
          <a:xfrm>
            <a:off x="5895594" y="3793312"/>
            <a:ext cx="1574165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10">
                <a:solidFill>
                  <a:srgbClr val="1B1B27"/>
                </a:solidFill>
                <a:latin typeface="Times New Roman"/>
                <a:cs typeface="Times New Roman"/>
              </a:rPr>
              <a:t>Results</a:t>
            </a:r>
            <a:r>
              <a:rPr dirty="0" sz="1750" spc="-65">
                <a:solidFill>
                  <a:srgbClr val="1B1B27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1B1B27"/>
                </a:solidFill>
                <a:latin typeface="Times New Roman"/>
                <a:cs typeface="Times New Roman"/>
              </a:rPr>
              <a:t>Achieved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95594" y="4162094"/>
            <a:ext cx="4476115" cy="8382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Faster</a:t>
            </a:r>
            <a:r>
              <a:rPr dirty="0" sz="1150" spc="-45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classification:</a:t>
            </a:r>
            <a:r>
              <a:rPr dirty="0" sz="1150" spc="-10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reduces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from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hours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seconds</a:t>
            </a:r>
            <a:endParaRPr sz="11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Centralized</a:t>
            </a:r>
            <a:r>
              <a:rPr dirty="0" sz="1150" spc="-45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reporting:</a:t>
            </a:r>
            <a:r>
              <a:rPr dirty="0" sz="1150" spc="-25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Easy</a:t>
            </a:r>
            <a:r>
              <a:rPr dirty="0" sz="11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unified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11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Enhanced</a:t>
            </a:r>
            <a:r>
              <a:rPr dirty="0" sz="1150" spc="-50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monitoring:</a:t>
            </a:r>
            <a:r>
              <a:rPr dirty="0" sz="1150" spc="-5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Better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tracking</a:t>
            </a:r>
            <a:r>
              <a:rPr dirty="0" sz="11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analysis of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threats</a:t>
            </a:r>
            <a:endParaRPr sz="11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Times New Roman"/>
              <a:buChar char="•"/>
              <a:tabLst>
                <a:tab pos="354965" algn="l"/>
              </a:tabLst>
            </a:pP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Improved</a:t>
            </a:r>
            <a:r>
              <a:rPr dirty="0" sz="1150" spc="-20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404154"/>
                </a:solidFill>
                <a:latin typeface="Times New Roman"/>
                <a:cs typeface="Times New Roman"/>
              </a:rPr>
              <a:t>response:</a:t>
            </a:r>
            <a:r>
              <a:rPr dirty="0" sz="1150" spc="-5" b="1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Reduced</a:t>
            </a:r>
            <a:r>
              <a:rPr dirty="0" sz="11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detect</a:t>
            </a:r>
            <a:r>
              <a:rPr dirty="0" sz="11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respond</a:t>
            </a:r>
            <a:r>
              <a:rPr dirty="0" sz="11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404154"/>
                </a:solidFill>
                <a:latin typeface="Times New Roman"/>
                <a:cs typeface="Times New Roman"/>
              </a:rPr>
              <a:t>to</a:t>
            </a:r>
            <a:r>
              <a:rPr dirty="0" sz="11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45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95"/>
              </a:spcBef>
            </a:pPr>
            <a:r>
              <a:rPr dirty="0"/>
              <a:t>Conclusion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/>
              <a:t>Future</a:t>
            </a:r>
            <a:r>
              <a:rPr dirty="0" spc="-85"/>
              <a:t> </a:t>
            </a:r>
            <a:r>
              <a:rPr dirty="0" spc="-10"/>
              <a:t>Scope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5444" y="2337816"/>
            <a:ext cx="6215380" cy="1422400"/>
            <a:chOff x="885444" y="2337816"/>
            <a:chExt cx="6215380" cy="1422400"/>
          </a:xfrm>
        </p:grpSpPr>
        <p:sp>
          <p:nvSpPr>
            <p:cNvPr id="4" name="object 4" descr=""/>
            <p:cNvSpPr/>
            <p:nvPr/>
          </p:nvSpPr>
          <p:spPr>
            <a:xfrm>
              <a:off x="909066" y="2349246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39">
                  <a:moveTo>
                    <a:pt x="6070092" y="0"/>
                  </a:moveTo>
                  <a:lnTo>
                    <a:pt x="109689" y="0"/>
                  </a:lnTo>
                  <a:lnTo>
                    <a:pt x="66994" y="8626"/>
                  </a:lnTo>
                  <a:lnTo>
                    <a:pt x="32127" y="32146"/>
                  </a:lnTo>
                  <a:lnTo>
                    <a:pt x="8620" y="67026"/>
                  </a:lnTo>
                  <a:lnTo>
                    <a:pt x="0" y="109727"/>
                  </a:lnTo>
                  <a:lnTo>
                    <a:pt x="0" y="1289303"/>
                  </a:lnTo>
                  <a:lnTo>
                    <a:pt x="8620" y="1332005"/>
                  </a:lnTo>
                  <a:lnTo>
                    <a:pt x="32127" y="1366885"/>
                  </a:lnTo>
                  <a:lnTo>
                    <a:pt x="66994" y="1390405"/>
                  </a:lnTo>
                  <a:lnTo>
                    <a:pt x="109689" y="1399031"/>
                  </a:lnTo>
                  <a:lnTo>
                    <a:pt x="6070092" y="1399031"/>
                  </a:lnTo>
                  <a:lnTo>
                    <a:pt x="6112793" y="1390405"/>
                  </a:lnTo>
                  <a:lnTo>
                    <a:pt x="6147673" y="1366885"/>
                  </a:lnTo>
                  <a:lnTo>
                    <a:pt x="6171193" y="1332005"/>
                  </a:lnTo>
                  <a:lnTo>
                    <a:pt x="6179820" y="1289303"/>
                  </a:lnTo>
                  <a:lnTo>
                    <a:pt x="6179820" y="109727"/>
                  </a:lnTo>
                  <a:lnTo>
                    <a:pt x="6171193" y="67026"/>
                  </a:lnTo>
                  <a:lnTo>
                    <a:pt x="6147673" y="32146"/>
                  </a:lnTo>
                  <a:lnTo>
                    <a:pt x="6112793" y="8626"/>
                  </a:lnTo>
                  <a:lnTo>
                    <a:pt x="6070092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9066" y="2349246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39">
                  <a:moveTo>
                    <a:pt x="0" y="109727"/>
                  </a:moveTo>
                  <a:lnTo>
                    <a:pt x="8620" y="67026"/>
                  </a:lnTo>
                  <a:lnTo>
                    <a:pt x="32127" y="32146"/>
                  </a:lnTo>
                  <a:lnTo>
                    <a:pt x="66994" y="8626"/>
                  </a:lnTo>
                  <a:lnTo>
                    <a:pt x="109689" y="0"/>
                  </a:lnTo>
                  <a:lnTo>
                    <a:pt x="6070092" y="0"/>
                  </a:lnTo>
                  <a:lnTo>
                    <a:pt x="6112793" y="8626"/>
                  </a:lnTo>
                  <a:lnTo>
                    <a:pt x="6147673" y="32146"/>
                  </a:lnTo>
                  <a:lnTo>
                    <a:pt x="6171193" y="67026"/>
                  </a:lnTo>
                  <a:lnTo>
                    <a:pt x="6179820" y="109727"/>
                  </a:lnTo>
                  <a:lnTo>
                    <a:pt x="6179820" y="1289303"/>
                  </a:lnTo>
                  <a:lnTo>
                    <a:pt x="6171193" y="1332005"/>
                  </a:lnTo>
                  <a:lnTo>
                    <a:pt x="6147673" y="1366885"/>
                  </a:lnTo>
                  <a:lnTo>
                    <a:pt x="6112793" y="1390405"/>
                  </a:lnTo>
                  <a:lnTo>
                    <a:pt x="6070092" y="1399031"/>
                  </a:lnTo>
                  <a:lnTo>
                    <a:pt x="109689" y="1399031"/>
                  </a:lnTo>
                  <a:lnTo>
                    <a:pt x="66994" y="1390405"/>
                  </a:lnTo>
                  <a:lnTo>
                    <a:pt x="32127" y="1366885"/>
                  </a:lnTo>
                  <a:lnTo>
                    <a:pt x="8620" y="1332005"/>
                  </a:lnTo>
                  <a:lnTo>
                    <a:pt x="0" y="1289303"/>
                  </a:lnTo>
                  <a:lnTo>
                    <a:pt x="0" y="109727"/>
                  </a:lnTo>
                  <a:close/>
                </a:path>
              </a:pathLst>
            </a:custGeom>
            <a:ln w="2285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85444" y="2348484"/>
              <a:ext cx="91440" cy="1399540"/>
            </a:xfrm>
            <a:custGeom>
              <a:avLst/>
              <a:gdLst/>
              <a:ahLst/>
              <a:cxnLst/>
              <a:rect l="l" t="t" r="r" b="b"/>
              <a:pathLst>
                <a:path w="91440" h="1399539">
                  <a:moveTo>
                    <a:pt x="45719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1353312"/>
                  </a:lnTo>
                  <a:lnTo>
                    <a:pt x="3593" y="1371117"/>
                  </a:lnTo>
                  <a:lnTo>
                    <a:pt x="13392" y="1385649"/>
                  </a:lnTo>
                  <a:lnTo>
                    <a:pt x="27924" y="1395442"/>
                  </a:lnTo>
                  <a:lnTo>
                    <a:pt x="45719" y="1399031"/>
                  </a:lnTo>
                  <a:lnTo>
                    <a:pt x="63515" y="1395442"/>
                  </a:lnTo>
                  <a:lnTo>
                    <a:pt x="78047" y="1385649"/>
                  </a:lnTo>
                  <a:lnTo>
                    <a:pt x="87846" y="1371117"/>
                  </a:lnTo>
                  <a:lnTo>
                    <a:pt x="91440" y="1353312"/>
                  </a:lnTo>
                  <a:lnTo>
                    <a:pt x="91440" y="45719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94994" y="1800809"/>
            <a:ext cx="5975350" cy="171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solidFill>
                  <a:srgbClr val="1B1B27"/>
                </a:solidFill>
                <a:latin typeface="Times New Roman"/>
                <a:cs typeface="Times New Roman"/>
              </a:rPr>
              <a:t>Conclusion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15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Intelligent</a:t>
            </a:r>
            <a:r>
              <a:rPr dirty="0" sz="1800" spc="-6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marL="289560" marR="5080">
              <a:lnSpc>
                <a:spcPct val="120800"/>
              </a:lnSpc>
              <a:spcBef>
                <a:spcPts val="115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Provides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intelligent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</a:t>
            </a:r>
            <a:r>
              <a:rPr dirty="0" sz="145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system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using</a:t>
            </a:r>
            <a:r>
              <a:rPr dirty="0" sz="1450" spc="-1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machine learning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85444" y="3889247"/>
            <a:ext cx="6215380" cy="1422400"/>
            <a:chOff x="885444" y="3889247"/>
            <a:chExt cx="6215380" cy="1422400"/>
          </a:xfrm>
        </p:grpSpPr>
        <p:sp>
          <p:nvSpPr>
            <p:cNvPr id="9" name="object 9" descr=""/>
            <p:cNvSpPr/>
            <p:nvPr/>
          </p:nvSpPr>
          <p:spPr>
            <a:xfrm>
              <a:off x="909066" y="3900677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39">
                  <a:moveTo>
                    <a:pt x="6070092" y="0"/>
                  </a:moveTo>
                  <a:lnTo>
                    <a:pt x="109689" y="0"/>
                  </a:lnTo>
                  <a:lnTo>
                    <a:pt x="66994" y="8626"/>
                  </a:lnTo>
                  <a:lnTo>
                    <a:pt x="32127" y="32146"/>
                  </a:lnTo>
                  <a:lnTo>
                    <a:pt x="8620" y="67026"/>
                  </a:lnTo>
                  <a:lnTo>
                    <a:pt x="0" y="109727"/>
                  </a:lnTo>
                  <a:lnTo>
                    <a:pt x="0" y="1289304"/>
                  </a:lnTo>
                  <a:lnTo>
                    <a:pt x="8620" y="1332005"/>
                  </a:lnTo>
                  <a:lnTo>
                    <a:pt x="32127" y="1366885"/>
                  </a:lnTo>
                  <a:lnTo>
                    <a:pt x="66994" y="1390405"/>
                  </a:lnTo>
                  <a:lnTo>
                    <a:pt x="109689" y="1399032"/>
                  </a:lnTo>
                  <a:lnTo>
                    <a:pt x="6070092" y="1399032"/>
                  </a:lnTo>
                  <a:lnTo>
                    <a:pt x="6112793" y="1390405"/>
                  </a:lnTo>
                  <a:lnTo>
                    <a:pt x="6147673" y="1366885"/>
                  </a:lnTo>
                  <a:lnTo>
                    <a:pt x="6171193" y="1332005"/>
                  </a:lnTo>
                  <a:lnTo>
                    <a:pt x="6179820" y="1289304"/>
                  </a:lnTo>
                  <a:lnTo>
                    <a:pt x="6179820" y="109727"/>
                  </a:lnTo>
                  <a:lnTo>
                    <a:pt x="6171193" y="67026"/>
                  </a:lnTo>
                  <a:lnTo>
                    <a:pt x="6147673" y="32146"/>
                  </a:lnTo>
                  <a:lnTo>
                    <a:pt x="6112793" y="8626"/>
                  </a:lnTo>
                  <a:lnTo>
                    <a:pt x="6070092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9066" y="3900677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39">
                  <a:moveTo>
                    <a:pt x="0" y="109727"/>
                  </a:moveTo>
                  <a:lnTo>
                    <a:pt x="8620" y="67026"/>
                  </a:lnTo>
                  <a:lnTo>
                    <a:pt x="32127" y="32146"/>
                  </a:lnTo>
                  <a:lnTo>
                    <a:pt x="66994" y="8626"/>
                  </a:lnTo>
                  <a:lnTo>
                    <a:pt x="109689" y="0"/>
                  </a:lnTo>
                  <a:lnTo>
                    <a:pt x="6070092" y="0"/>
                  </a:lnTo>
                  <a:lnTo>
                    <a:pt x="6112793" y="8626"/>
                  </a:lnTo>
                  <a:lnTo>
                    <a:pt x="6147673" y="32146"/>
                  </a:lnTo>
                  <a:lnTo>
                    <a:pt x="6171193" y="67026"/>
                  </a:lnTo>
                  <a:lnTo>
                    <a:pt x="6179820" y="109727"/>
                  </a:lnTo>
                  <a:lnTo>
                    <a:pt x="6179820" y="1289304"/>
                  </a:lnTo>
                  <a:lnTo>
                    <a:pt x="6171193" y="1332005"/>
                  </a:lnTo>
                  <a:lnTo>
                    <a:pt x="6147673" y="1366885"/>
                  </a:lnTo>
                  <a:lnTo>
                    <a:pt x="6112793" y="1390405"/>
                  </a:lnTo>
                  <a:lnTo>
                    <a:pt x="6070092" y="1399032"/>
                  </a:lnTo>
                  <a:lnTo>
                    <a:pt x="109689" y="1399032"/>
                  </a:lnTo>
                  <a:lnTo>
                    <a:pt x="66994" y="1390405"/>
                  </a:lnTo>
                  <a:lnTo>
                    <a:pt x="32127" y="1366885"/>
                  </a:lnTo>
                  <a:lnTo>
                    <a:pt x="8620" y="1332005"/>
                  </a:lnTo>
                  <a:lnTo>
                    <a:pt x="0" y="1289304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5444" y="3899915"/>
              <a:ext cx="91440" cy="1399540"/>
            </a:xfrm>
            <a:custGeom>
              <a:avLst/>
              <a:gdLst/>
              <a:ahLst/>
              <a:cxnLst/>
              <a:rect l="l" t="t" r="r" b="b"/>
              <a:pathLst>
                <a:path w="91440" h="1399539">
                  <a:moveTo>
                    <a:pt x="45719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353312"/>
                  </a:lnTo>
                  <a:lnTo>
                    <a:pt x="3593" y="1371117"/>
                  </a:lnTo>
                  <a:lnTo>
                    <a:pt x="13392" y="1385649"/>
                  </a:lnTo>
                  <a:lnTo>
                    <a:pt x="27924" y="1395442"/>
                  </a:lnTo>
                  <a:lnTo>
                    <a:pt x="45719" y="1399032"/>
                  </a:lnTo>
                  <a:lnTo>
                    <a:pt x="63515" y="1395442"/>
                  </a:lnTo>
                  <a:lnTo>
                    <a:pt x="78047" y="1385649"/>
                  </a:lnTo>
                  <a:lnTo>
                    <a:pt x="87846" y="1371117"/>
                  </a:lnTo>
                  <a:lnTo>
                    <a:pt x="91440" y="1353312"/>
                  </a:lnTo>
                  <a:lnTo>
                    <a:pt x="91440" y="45720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72057" y="4087114"/>
            <a:ext cx="5220335" cy="98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Automation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0700"/>
              </a:lnSpc>
              <a:spcBef>
                <a:spcPts val="115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automates</a:t>
            </a:r>
            <a:r>
              <a:rPr dirty="0" sz="14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classification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analysis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of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complaints</a:t>
            </a:r>
            <a:r>
              <a:rPr dirty="0" sz="14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high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accuracy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85444" y="5440679"/>
            <a:ext cx="6215380" cy="1422400"/>
            <a:chOff x="885444" y="5440679"/>
            <a:chExt cx="6215380" cy="1422400"/>
          </a:xfrm>
        </p:grpSpPr>
        <p:sp>
          <p:nvSpPr>
            <p:cNvPr id="14" name="object 14" descr=""/>
            <p:cNvSpPr/>
            <p:nvPr/>
          </p:nvSpPr>
          <p:spPr>
            <a:xfrm>
              <a:off x="909066" y="5452109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40">
                  <a:moveTo>
                    <a:pt x="6070092" y="0"/>
                  </a:moveTo>
                  <a:lnTo>
                    <a:pt x="109689" y="0"/>
                  </a:lnTo>
                  <a:lnTo>
                    <a:pt x="66994" y="8626"/>
                  </a:lnTo>
                  <a:lnTo>
                    <a:pt x="32127" y="32146"/>
                  </a:lnTo>
                  <a:lnTo>
                    <a:pt x="8620" y="67026"/>
                  </a:lnTo>
                  <a:lnTo>
                    <a:pt x="0" y="109727"/>
                  </a:lnTo>
                  <a:lnTo>
                    <a:pt x="0" y="1289303"/>
                  </a:lnTo>
                  <a:lnTo>
                    <a:pt x="8620" y="1332005"/>
                  </a:lnTo>
                  <a:lnTo>
                    <a:pt x="32127" y="1366885"/>
                  </a:lnTo>
                  <a:lnTo>
                    <a:pt x="66994" y="1390405"/>
                  </a:lnTo>
                  <a:lnTo>
                    <a:pt x="109689" y="1399031"/>
                  </a:lnTo>
                  <a:lnTo>
                    <a:pt x="6070092" y="1399031"/>
                  </a:lnTo>
                  <a:lnTo>
                    <a:pt x="6112793" y="1390405"/>
                  </a:lnTo>
                  <a:lnTo>
                    <a:pt x="6147673" y="1366885"/>
                  </a:lnTo>
                  <a:lnTo>
                    <a:pt x="6171193" y="1332005"/>
                  </a:lnTo>
                  <a:lnTo>
                    <a:pt x="6179820" y="1289303"/>
                  </a:lnTo>
                  <a:lnTo>
                    <a:pt x="6179820" y="109727"/>
                  </a:lnTo>
                  <a:lnTo>
                    <a:pt x="6171193" y="67026"/>
                  </a:lnTo>
                  <a:lnTo>
                    <a:pt x="6147673" y="32146"/>
                  </a:lnTo>
                  <a:lnTo>
                    <a:pt x="6112793" y="8626"/>
                  </a:lnTo>
                  <a:lnTo>
                    <a:pt x="6070092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9066" y="5452109"/>
              <a:ext cx="6179820" cy="1399540"/>
            </a:xfrm>
            <a:custGeom>
              <a:avLst/>
              <a:gdLst/>
              <a:ahLst/>
              <a:cxnLst/>
              <a:rect l="l" t="t" r="r" b="b"/>
              <a:pathLst>
                <a:path w="6179820" h="1399540">
                  <a:moveTo>
                    <a:pt x="0" y="109727"/>
                  </a:moveTo>
                  <a:lnTo>
                    <a:pt x="8620" y="67026"/>
                  </a:lnTo>
                  <a:lnTo>
                    <a:pt x="32127" y="32146"/>
                  </a:lnTo>
                  <a:lnTo>
                    <a:pt x="66994" y="8626"/>
                  </a:lnTo>
                  <a:lnTo>
                    <a:pt x="109689" y="0"/>
                  </a:lnTo>
                  <a:lnTo>
                    <a:pt x="6070092" y="0"/>
                  </a:lnTo>
                  <a:lnTo>
                    <a:pt x="6112793" y="8626"/>
                  </a:lnTo>
                  <a:lnTo>
                    <a:pt x="6147673" y="32146"/>
                  </a:lnTo>
                  <a:lnTo>
                    <a:pt x="6171193" y="67026"/>
                  </a:lnTo>
                  <a:lnTo>
                    <a:pt x="6179820" y="109727"/>
                  </a:lnTo>
                  <a:lnTo>
                    <a:pt x="6179820" y="1289303"/>
                  </a:lnTo>
                  <a:lnTo>
                    <a:pt x="6171193" y="1332005"/>
                  </a:lnTo>
                  <a:lnTo>
                    <a:pt x="6147673" y="1366885"/>
                  </a:lnTo>
                  <a:lnTo>
                    <a:pt x="6112793" y="1390405"/>
                  </a:lnTo>
                  <a:lnTo>
                    <a:pt x="6070092" y="1399031"/>
                  </a:lnTo>
                  <a:lnTo>
                    <a:pt x="109689" y="1399031"/>
                  </a:lnTo>
                  <a:lnTo>
                    <a:pt x="66994" y="1390405"/>
                  </a:lnTo>
                  <a:lnTo>
                    <a:pt x="32127" y="1366885"/>
                  </a:lnTo>
                  <a:lnTo>
                    <a:pt x="8620" y="1332005"/>
                  </a:lnTo>
                  <a:lnTo>
                    <a:pt x="0" y="1289303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85444" y="5451347"/>
              <a:ext cx="91440" cy="1399540"/>
            </a:xfrm>
            <a:custGeom>
              <a:avLst/>
              <a:gdLst/>
              <a:ahLst/>
              <a:cxnLst/>
              <a:rect l="l" t="t" r="r" b="b"/>
              <a:pathLst>
                <a:path w="91440" h="1399540">
                  <a:moveTo>
                    <a:pt x="45719" y="0"/>
                  </a:move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1353311"/>
                  </a:lnTo>
                  <a:lnTo>
                    <a:pt x="3593" y="1371117"/>
                  </a:lnTo>
                  <a:lnTo>
                    <a:pt x="13392" y="1385649"/>
                  </a:lnTo>
                  <a:lnTo>
                    <a:pt x="27924" y="1395442"/>
                  </a:lnTo>
                  <a:lnTo>
                    <a:pt x="45719" y="1399032"/>
                  </a:lnTo>
                  <a:lnTo>
                    <a:pt x="63515" y="1395442"/>
                  </a:lnTo>
                  <a:lnTo>
                    <a:pt x="78047" y="1385649"/>
                  </a:lnTo>
                  <a:lnTo>
                    <a:pt x="87846" y="1371117"/>
                  </a:lnTo>
                  <a:lnTo>
                    <a:pt x="91440" y="1353311"/>
                  </a:lnTo>
                  <a:lnTo>
                    <a:pt x="91440" y="45719"/>
                  </a:lnTo>
                  <a:lnTo>
                    <a:pt x="87846" y="27914"/>
                  </a:lnTo>
                  <a:lnTo>
                    <a:pt x="78047" y="13382"/>
                  </a:lnTo>
                  <a:lnTo>
                    <a:pt x="63515" y="358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172057" y="5638927"/>
            <a:ext cx="5081905" cy="98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Efficiency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0700"/>
              </a:lnSpc>
              <a:spcBef>
                <a:spcPts val="115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Improves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efficiency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handling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security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3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reduces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37450" y="1800809"/>
            <a:ext cx="5615940" cy="252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solidFill>
                  <a:srgbClr val="1B1B27"/>
                </a:solidFill>
                <a:latin typeface="Times New Roman"/>
                <a:cs typeface="Times New Roman"/>
              </a:rPr>
              <a:t>Future</a:t>
            </a:r>
            <a:r>
              <a:rPr dirty="0" sz="2150" spc="-60">
                <a:solidFill>
                  <a:srgbClr val="1B1B27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1B1B27"/>
                </a:solidFill>
                <a:latin typeface="Times New Roman"/>
                <a:cs typeface="Times New Roman"/>
              </a:rPr>
              <a:t>Scope</a:t>
            </a:r>
            <a:endParaRPr sz="215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1560"/>
              </a:spcBef>
            </a:pP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Government</a:t>
            </a:r>
            <a:r>
              <a:rPr dirty="0" sz="1800" spc="-10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15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Integration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with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government</a:t>
            </a:r>
            <a:r>
              <a:rPr dirty="0" sz="145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cybercrime</a:t>
            </a:r>
            <a:r>
              <a:rPr dirty="0" sz="1450" spc="-4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portals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450" spc="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unified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national</a:t>
            </a:r>
            <a:endParaRPr sz="145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360"/>
              </a:spcBef>
            </a:pP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response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5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Real-Time</a:t>
            </a:r>
            <a:r>
              <a:rPr dirty="0" sz="1800" spc="-5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Detection</a:t>
            </a:r>
            <a:endParaRPr sz="18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1515"/>
              </a:spcBef>
            </a:pP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Real-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time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cyber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threat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detection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immediate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alert</a:t>
            </a:r>
            <a:r>
              <a:rPr dirty="0" sz="1450" spc="-1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notifications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140954" y="4900421"/>
            <a:ext cx="4867910" cy="71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Mobile</a:t>
            </a:r>
            <a:r>
              <a:rPr dirty="0" sz="1800" spc="-10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Application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Mobile</a:t>
            </a:r>
            <a:r>
              <a:rPr dirty="0" sz="1450" spc="-6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application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development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for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reporting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incidents</a:t>
            </a:r>
            <a:r>
              <a:rPr dirty="0" sz="1450" spc="-5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on-the-</a:t>
            </a:r>
            <a:r>
              <a:rPr dirty="0" sz="1450" spc="-25">
                <a:solidFill>
                  <a:srgbClr val="404154"/>
                </a:solidFill>
                <a:latin typeface="Times New Roman"/>
                <a:cs typeface="Times New Roman"/>
              </a:rPr>
              <a:t>go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140954" y="6187185"/>
            <a:ext cx="4770120" cy="71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Advanced</a:t>
            </a:r>
            <a:r>
              <a:rPr dirty="0" sz="1800" spc="-10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80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154"/>
                </a:solidFill>
                <a:latin typeface="Times New Roman"/>
                <a:cs typeface="Times New Roman"/>
              </a:rPr>
              <a:t>Models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Advanced</a:t>
            </a:r>
            <a:r>
              <a:rPr dirty="0" sz="1450" spc="-1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AI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models</a:t>
            </a:r>
            <a:r>
              <a:rPr dirty="0" sz="1450" spc="-2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for better</a:t>
            </a:r>
            <a:r>
              <a:rPr dirty="0" sz="1450" spc="-3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prediction</a:t>
            </a:r>
            <a:r>
              <a:rPr dirty="0" sz="1450" spc="-4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and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404154"/>
                </a:solidFill>
                <a:latin typeface="Times New Roman"/>
                <a:cs typeface="Times New Roman"/>
              </a:rPr>
              <a:t>threat</a:t>
            </a:r>
            <a:r>
              <a:rPr dirty="0" sz="1450" spc="-5">
                <a:solidFill>
                  <a:srgbClr val="404154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Times New Roman"/>
                <a:cs typeface="Times New Roman"/>
              </a:rPr>
              <a:t>intelligence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Kiran meghna</dc:creator>
  <dc:title>PowerPoint Presentation</dc:title>
  <dcterms:created xsi:type="dcterms:W3CDTF">2026-03-05T11:43:57Z</dcterms:created>
  <dcterms:modified xsi:type="dcterms:W3CDTF">2026-03-05T11:43:57Z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2026-03-05T00:00:00Z</vt:filetime>
  </property>
  <property fmtid="{D5CDD505-2E9C-101B-9397-08002B2CF9AE}" pid="5" name="Producer">
    <vt:lpwstr>Microsoft® PowerPoint® 2013</vt:lpwstr>
  </property>
</Properties>
</file>